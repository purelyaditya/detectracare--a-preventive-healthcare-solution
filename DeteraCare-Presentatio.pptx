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sldIdLst>
    <p:sldId id="266" r:id="rId2"/>
    <p:sldId id="257" r:id="rId3"/>
    <p:sldId id="258" r:id="rId4"/>
    <p:sldId id="260" r:id="rId5"/>
    <p:sldId id="259" r:id="rId6"/>
    <p:sldId id="261" r:id="rId7"/>
    <p:sldId id="262" r:id="rId8"/>
    <p:sldId id="267" r:id="rId9"/>
    <p:sldId id="268"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D59"/>
    <a:srgbClr val="000000"/>
    <a:srgbClr val="487849"/>
    <a:srgbClr val="87CBC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BD3A9-BE6A-4320-8BA8-0F4A67D77E7B}" v="1227" dt="2026-01-21T16:34:02.787"/>
    <p1510:client id="{2D3AC6A4-95BB-4745-8D88-5C6E1D371CA8}" v="47" dt="2026-01-22T08:25:48.9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Vardhan" userId="fc1a9081c44328fb" providerId="LiveId" clId="{266AC919-1AD1-42D2-A1C3-A418CE2C4924}"/>
    <pc:docChg chg="undo custSel modSld">
      <pc:chgData name="Harsh Vardhan" userId="fc1a9081c44328fb" providerId="LiveId" clId="{266AC919-1AD1-42D2-A1C3-A418CE2C4924}" dt="2026-01-22T08:25:48.967" v="125" actId="12100"/>
      <pc:docMkLst>
        <pc:docMk/>
      </pc:docMkLst>
      <pc:sldChg chg="modSp mod">
        <pc:chgData name="Harsh Vardhan" userId="fc1a9081c44328fb" providerId="LiveId" clId="{266AC919-1AD1-42D2-A1C3-A418CE2C4924}" dt="2026-01-22T08:12:50.423" v="63" actId="20577"/>
        <pc:sldMkLst>
          <pc:docMk/>
          <pc:sldMk cId="0" sldId="258"/>
        </pc:sldMkLst>
        <pc:spChg chg="mod">
          <ac:chgData name="Harsh Vardhan" userId="fc1a9081c44328fb" providerId="LiveId" clId="{266AC919-1AD1-42D2-A1C3-A418CE2C4924}" dt="2026-01-22T08:12:50.423" v="63" actId="20577"/>
          <ac:spMkLst>
            <pc:docMk/>
            <pc:sldMk cId="0" sldId="258"/>
            <ac:spMk id="7" creationId="{9C9D0BEB-2143-D3BF-80F4-8CD9603569FD}"/>
          </ac:spMkLst>
        </pc:spChg>
        <pc:spChg chg="mod">
          <ac:chgData name="Harsh Vardhan" userId="fc1a9081c44328fb" providerId="LiveId" clId="{266AC919-1AD1-42D2-A1C3-A418CE2C4924}" dt="2026-01-22T07:31:05.999" v="60" actId="2711"/>
          <ac:spMkLst>
            <pc:docMk/>
            <pc:sldMk cId="0" sldId="258"/>
            <ac:spMk id="16" creationId="{C86D5708-7B2D-5774-06F1-2B87B8661BE6}"/>
          </ac:spMkLst>
        </pc:spChg>
        <pc:spChg chg="mod">
          <ac:chgData name="Harsh Vardhan" userId="fc1a9081c44328fb" providerId="LiveId" clId="{266AC919-1AD1-42D2-A1C3-A418CE2C4924}" dt="2026-01-22T07:31:14.041" v="61" actId="2711"/>
          <ac:spMkLst>
            <pc:docMk/>
            <pc:sldMk cId="0" sldId="258"/>
            <ac:spMk id="18" creationId="{C3C6750F-0D45-0811-893F-E62DA6407ABB}"/>
          </ac:spMkLst>
        </pc:spChg>
      </pc:sldChg>
      <pc:sldChg chg="addSp delSp modSp mod">
        <pc:chgData name="Harsh Vardhan" userId="fc1a9081c44328fb" providerId="LiveId" clId="{266AC919-1AD1-42D2-A1C3-A418CE2C4924}" dt="2026-01-22T08:23:06.389" v="123" actId="12269"/>
        <pc:sldMkLst>
          <pc:docMk/>
          <pc:sldMk cId="0" sldId="260"/>
        </pc:sldMkLst>
        <pc:spChg chg="add del mod">
          <ac:chgData name="Harsh Vardhan" userId="fc1a9081c44328fb" providerId="LiveId" clId="{266AC919-1AD1-42D2-A1C3-A418CE2C4924}" dt="2026-01-22T07:29:05.998" v="59" actId="20577"/>
          <ac:spMkLst>
            <pc:docMk/>
            <pc:sldMk cId="0" sldId="260"/>
            <ac:spMk id="2" creationId="{4D0F08AF-5421-293A-A643-E99CF6EC7A9B}"/>
          </ac:spMkLst>
        </pc:spChg>
        <pc:spChg chg="mod">
          <ac:chgData name="Harsh Vardhan" userId="fc1a9081c44328fb" providerId="LiveId" clId="{266AC919-1AD1-42D2-A1C3-A418CE2C4924}" dt="2026-01-22T07:19:57.274" v="10" actId="1076"/>
          <ac:spMkLst>
            <pc:docMk/>
            <pc:sldMk cId="0" sldId="260"/>
            <ac:spMk id="3" creationId="{00000000-0000-0000-0000-000000000000}"/>
          </ac:spMkLst>
        </pc:spChg>
        <pc:spChg chg="add del mod">
          <ac:chgData name="Harsh Vardhan" userId="fc1a9081c44328fb" providerId="LiveId" clId="{266AC919-1AD1-42D2-A1C3-A418CE2C4924}" dt="2026-01-22T07:22:28.352" v="21"/>
          <ac:spMkLst>
            <pc:docMk/>
            <pc:sldMk cId="0" sldId="260"/>
            <ac:spMk id="4" creationId="{64D547C1-62D8-58EC-4A40-D31051F45146}"/>
          </ac:spMkLst>
        </pc:spChg>
        <pc:graphicFrameChg chg="mod">
          <ac:chgData name="Harsh Vardhan" userId="fc1a9081c44328fb" providerId="LiveId" clId="{266AC919-1AD1-42D2-A1C3-A418CE2C4924}" dt="2026-01-22T08:23:06.389" v="123" actId="12269"/>
          <ac:graphicFrameMkLst>
            <pc:docMk/>
            <pc:sldMk cId="0" sldId="260"/>
            <ac:graphicFrameMk id="9" creationId="{76EE88C6-1182-B10B-4E81-5640DB556235}"/>
          </ac:graphicFrameMkLst>
        </pc:graphicFrameChg>
        <pc:picChg chg="add mod">
          <ac:chgData name="Harsh Vardhan" userId="fc1a9081c44328fb" providerId="LiveId" clId="{266AC919-1AD1-42D2-A1C3-A418CE2C4924}" dt="2026-01-22T07:27:26.517" v="54" actId="1076"/>
          <ac:picMkLst>
            <pc:docMk/>
            <pc:sldMk cId="0" sldId="260"/>
            <ac:picMk id="6" creationId="{DCE31CB3-1141-C632-22B0-764945726B4C}"/>
          </ac:picMkLst>
        </pc:picChg>
      </pc:sldChg>
      <pc:sldChg chg="addSp delSp modSp mod">
        <pc:chgData name="Harsh Vardhan" userId="fc1a9081c44328fb" providerId="LiveId" clId="{266AC919-1AD1-42D2-A1C3-A418CE2C4924}" dt="2026-01-22T08:21:35.468" v="114" actId="12100"/>
        <pc:sldMkLst>
          <pc:docMk/>
          <pc:sldMk cId="0" sldId="261"/>
        </pc:sldMkLst>
        <pc:spChg chg="add del mod">
          <ac:chgData name="Harsh Vardhan" userId="fc1a9081c44328fb" providerId="LiveId" clId="{266AC919-1AD1-42D2-A1C3-A418CE2C4924}" dt="2026-01-22T08:18:24.792" v="100" actId="478"/>
          <ac:spMkLst>
            <pc:docMk/>
            <pc:sldMk cId="0" sldId="261"/>
            <ac:spMk id="3" creationId="{A14093B0-7E00-D234-4632-090339580454}"/>
          </ac:spMkLst>
        </pc:spChg>
        <pc:spChg chg="del mod">
          <ac:chgData name="Harsh Vardhan" userId="fc1a9081c44328fb" providerId="LiveId" clId="{266AC919-1AD1-42D2-A1C3-A418CE2C4924}" dt="2026-01-22T08:18:20.893" v="99" actId="478"/>
          <ac:spMkLst>
            <pc:docMk/>
            <pc:sldMk cId="0" sldId="261"/>
            <ac:spMk id="4" creationId="{7F1BF976-CFCF-1E04-CE39-CA82BA8E8A47}"/>
          </ac:spMkLst>
        </pc:spChg>
        <pc:graphicFrameChg chg="add mod modGraphic">
          <ac:chgData name="Harsh Vardhan" userId="fc1a9081c44328fb" providerId="LiveId" clId="{266AC919-1AD1-42D2-A1C3-A418CE2C4924}" dt="2026-01-22T08:21:35.468" v="114" actId="12100"/>
          <ac:graphicFrameMkLst>
            <pc:docMk/>
            <pc:sldMk cId="0" sldId="261"/>
            <ac:graphicFrameMk id="2" creationId="{38B85439-AF69-4C19-8018-44F98A607A95}"/>
          </ac:graphicFrameMkLst>
        </pc:graphicFrameChg>
      </pc:sldChg>
      <pc:sldChg chg="modSp mod">
        <pc:chgData name="Harsh Vardhan" userId="fc1a9081c44328fb" providerId="LiveId" clId="{266AC919-1AD1-42D2-A1C3-A418CE2C4924}" dt="2026-01-22T07:16:43.216" v="7" actId="1076"/>
        <pc:sldMkLst>
          <pc:docMk/>
          <pc:sldMk cId="438464885" sldId="266"/>
        </pc:sldMkLst>
        <pc:spChg chg="mod">
          <ac:chgData name="Harsh Vardhan" userId="fc1a9081c44328fb" providerId="LiveId" clId="{266AC919-1AD1-42D2-A1C3-A418CE2C4924}" dt="2026-01-22T07:16:43.216" v="7" actId="1076"/>
          <ac:spMkLst>
            <pc:docMk/>
            <pc:sldMk cId="438464885" sldId="266"/>
            <ac:spMk id="11" creationId="{F1BDE96C-CB5F-F176-8548-0D9524D7EEC9}"/>
          </ac:spMkLst>
        </pc:spChg>
        <pc:graphicFrameChg chg="mod modGraphic">
          <ac:chgData name="Harsh Vardhan" userId="fc1a9081c44328fb" providerId="LiveId" clId="{266AC919-1AD1-42D2-A1C3-A418CE2C4924}" dt="2026-01-22T07:16:37.860" v="6" actId="1076"/>
          <ac:graphicFrameMkLst>
            <pc:docMk/>
            <pc:sldMk cId="438464885" sldId="266"/>
            <ac:graphicFrameMk id="6" creationId="{E0BDEF45-794F-FA2E-032E-DADD06978698}"/>
          </ac:graphicFrameMkLst>
        </pc:graphicFrameChg>
      </pc:sldChg>
      <pc:sldChg chg="modSp mod">
        <pc:chgData name="Harsh Vardhan" userId="fc1a9081c44328fb" providerId="LiveId" clId="{266AC919-1AD1-42D2-A1C3-A418CE2C4924}" dt="2026-01-22T08:12:25.272" v="62" actId="255"/>
        <pc:sldMkLst>
          <pc:docMk/>
          <pc:sldMk cId="271482809" sldId="267"/>
        </pc:sldMkLst>
        <pc:spChg chg="mod">
          <ac:chgData name="Harsh Vardhan" userId="fc1a9081c44328fb" providerId="LiveId" clId="{266AC919-1AD1-42D2-A1C3-A418CE2C4924}" dt="2026-01-22T08:12:25.272" v="62" actId="255"/>
          <ac:spMkLst>
            <pc:docMk/>
            <pc:sldMk cId="271482809" sldId="267"/>
            <ac:spMk id="10" creationId="{90837DEF-F580-4F98-486C-89F326359540}"/>
          </ac:spMkLst>
        </pc:spChg>
      </pc:sldChg>
      <pc:sldChg chg="modSp">
        <pc:chgData name="Harsh Vardhan" userId="fc1a9081c44328fb" providerId="LiveId" clId="{266AC919-1AD1-42D2-A1C3-A418CE2C4924}" dt="2026-01-22T08:25:48.967" v="125" actId="12100"/>
        <pc:sldMkLst>
          <pc:docMk/>
          <pc:sldMk cId="681868457" sldId="268"/>
        </pc:sldMkLst>
        <pc:graphicFrameChg chg="mod">
          <ac:chgData name="Harsh Vardhan" userId="fc1a9081c44328fb" providerId="LiveId" clId="{266AC919-1AD1-42D2-A1C3-A418CE2C4924}" dt="2026-01-22T08:25:48.967" v="125" actId="12100"/>
          <ac:graphicFrameMkLst>
            <pc:docMk/>
            <pc:sldMk cId="681868457" sldId="268"/>
            <ac:graphicFrameMk id="2" creationId="{E2A1F153-5806-7B46-2EB8-64A8BE507B2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3B2547-DF93-4F4A-ABBC-9798882338F2}" type="doc">
      <dgm:prSet loTypeId="urn:microsoft.com/office/officeart/2005/8/layout/hierarchy3" loCatId="hierarchy" qsTypeId="urn:microsoft.com/office/officeart/2005/8/quickstyle/simple1" qsCatId="simple" csTypeId="urn:microsoft.com/office/officeart/2005/8/colors/accent4_1" csCatId="accent4" phldr="1"/>
      <dgm:spPr/>
      <dgm:t>
        <a:bodyPr/>
        <a:lstStyle/>
        <a:p>
          <a:endParaRPr lang="en-IN"/>
        </a:p>
      </dgm:t>
    </dgm:pt>
    <dgm:pt modelId="{B2F6ACF9-331D-4B8A-B6D5-288BEB5DC6CB}">
      <dgm:prSet phldrT="[Text]" phldr="0"/>
      <dgm:spPr>
        <a:solidFill>
          <a:srgbClr val="437D59"/>
        </a:solidFill>
      </dgm:spPr>
      <dgm:t>
        <a:bodyPr/>
        <a:lstStyle/>
        <a:p>
          <a:r>
            <a:rPr lang="en-US" b="1">
              <a:solidFill>
                <a:schemeClr val="bg1">
                  <a:lumMod val="95000"/>
                </a:schemeClr>
              </a:solidFill>
            </a:rPr>
            <a:t>The DetectraCare Ecosystem</a:t>
          </a:r>
          <a:endParaRPr lang="en-IN" b="1" dirty="0">
            <a:solidFill>
              <a:schemeClr val="bg1">
                <a:lumMod val="95000"/>
              </a:schemeClr>
            </a:solidFill>
          </a:endParaRPr>
        </a:p>
      </dgm:t>
    </dgm:pt>
    <dgm:pt modelId="{4879D71C-9431-4D8A-BAEA-069F9876B86C}" type="parTrans" cxnId="{A2B58590-B303-4C24-A85D-79A3F24B67C6}">
      <dgm:prSet/>
      <dgm:spPr/>
      <dgm:t>
        <a:bodyPr/>
        <a:lstStyle/>
        <a:p>
          <a:endParaRPr lang="en-IN"/>
        </a:p>
      </dgm:t>
    </dgm:pt>
    <dgm:pt modelId="{D12CF69C-707D-49D3-BC2A-09AA0ECBEDB4}" type="sibTrans" cxnId="{A2B58590-B303-4C24-A85D-79A3F24B67C6}">
      <dgm:prSet/>
      <dgm:spPr/>
      <dgm:t>
        <a:bodyPr/>
        <a:lstStyle/>
        <a:p>
          <a:endParaRPr lang="en-IN"/>
        </a:p>
      </dgm:t>
    </dgm:pt>
    <dgm:pt modelId="{4D4F387D-F062-4077-8AE4-C973C66AA4A1}">
      <dgm:prSet phldrT="[Text]" phldr="0" custT="1"/>
      <dgm:spPr>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dgm:spPr>
      <dgm:t>
        <a:bodyPr/>
        <a:lstStyle/>
        <a:p>
          <a:r>
            <a:rPr lang="en-US" sz="2000" b="1" dirty="0"/>
            <a:t>Ingestion</a:t>
          </a:r>
          <a:endParaRPr lang="en-IN" sz="2000" b="1" dirty="0"/>
        </a:p>
      </dgm:t>
    </dgm:pt>
    <dgm:pt modelId="{FAA53567-6FD1-4167-A657-A5FC79ED6F0E}" type="parTrans" cxnId="{AF188628-EB0D-49B3-AFD1-A213EB6C5977}">
      <dgm:prSet/>
      <dgm:spPr/>
      <dgm:t>
        <a:bodyPr/>
        <a:lstStyle/>
        <a:p>
          <a:endParaRPr lang="en-IN"/>
        </a:p>
      </dgm:t>
    </dgm:pt>
    <dgm:pt modelId="{FB0DFFB5-7CCC-4C20-B886-9580114C0606}" type="sibTrans" cxnId="{AF188628-EB0D-49B3-AFD1-A213EB6C5977}">
      <dgm:prSet/>
      <dgm:spPr/>
      <dgm:t>
        <a:bodyPr/>
        <a:lstStyle/>
        <a:p>
          <a:endParaRPr lang="en-IN"/>
        </a:p>
      </dgm:t>
    </dgm:pt>
    <dgm:pt modelId="{82428FEF-771A-4B5E-B4D9-04CEEE556F7F}">
      <dgm:prSet phldrT="[Text]" phldr="0" custT="1"/>
      <dgm:spPr>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dgm:spPr>
      <dgm:t>
        <a:bodyPr/>
        <a:lstStyle/>
        <a:p>
          <a:r>
            <a:rPr lang="en-US" sz="2000" b="1" dirty="0"/>
            <a:t>Analysis</a:t>
          </a:r>
          <a:endParaRPr lang="en-IN" sz="2000" b="1" dirty="0"/>
        </a:p>
      </dgm:t>
    </dgm:pt>
    <dgm:pt modelId="{AD2DAD2F-0038-4EEA-9FF1-3F3CE01AF2BA}" type="parTrans" cxnId="{509C6DAD-8227-407D-9491-3AA5021A8BED}">
      <dgm:prSet/>
      <dgm:spPr/>
      <dgm:t>
        <a:bodyPr/>
        <a:lstStyle/>
        <a:p>
          <a:endParaRPr lang="en-IN"/>
        </a:p>
      </dgm:t>
    </dgm:pt>
    <dgm:pt modelId="{BA57734F-26E7-4530-9FDA-5635671AC996}" type="sibTrans" cxnId="{509C6DAD-8227-407D-9491-3AA5021A8BED}">
      <dgm:prSet/>
      <dgm:spPr/>
      <dgm:t>
        <a:bodyPr/>
        <a:lstStyle/>
        <a:p>
          <a:endParaRPr lang="en-IN"/>
        </a:p>
      </dgm:t>
    </dgm:pt>
    <dgm:pt modelId="{7BBB320A-696E-4125-BA30-EE3A33FA555B}">
      <dgm:prSet phldrT="[Text]" phldr="0" custT="1"/>
      <dgm:spPr>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dgm:spPr>
      <dgm:t>
        <a:bodyPr/>
        <a:lstStyle/>
        <a:p>
          <a:r>
            <a:rPr lang="en-US" sz="2000" b="1" dirty="0"/>
            <a:t>Insight</a:t>
          </a:r>
          <a:endParaRPr lang="en-IN" sz="2000" b="1" dirty="0"/>
        </a:p>
      </dgm:t>
    </dgm:pt>
    <dgm:pt modelId="{ACBBE192-E456-4561-8BCA-D7835A4E3038}" type="parTrans" cxnId="{CE9F5A8A-EAE3-4260-B0E4-0BBE0731043A}">
      <dgm:prSet/>
      <dgm:spPr/>
      <dgm:t>
        <a:bodyPr/>
        <a:lstStyle/>
        <a:p>
          <a:endParaRPr lang="en-IN"/>
        </a:p>
      </dgm:t>
    </dgm:pt>
    <dgm:pt modelId="{9336C1F9-ED87-4D1D-929C-78210DA00BB7}" type="sibTrans" cxnId="{CE9F5A8A-EAE3-4260-B0E4-0BBE0731043A}">
      <dgm:prSet/>
      <dgm:spPr/>
      <dgm:t>
        <a:bodyPr/>
        <a:lstStyle/>
        <a:p>
          <a:endParaRPr lang="en-IN"/>
        </a:p>
      </dgm:t>
    </dgm:pt>
    <dgm:pt modelId="{38B0C344-14ED-499B-AD08-5D7FE488A1BC}">
      <dgm:prSet phldrT="[Text]" phldr="0" custT="1"/>
      <dgm:spPr>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dgm:spPr>
      <dgm:t>
        <a:bodyPr/>
        <a:lstStyle/>
        <a:p>
          <a:r>
            <a:rPr lang="en-US" sz="2000" b="1" dirty="0"/>
            <a:t>Persistence</a:t>
          </a:r>
          <a:endParaRPr lang="en-IN" sz="2000" b="1" dirty="0"/>
        </a:p>
      </dgm:t>
    </dgm:pt>
    <dgm:pt modelId="{02CF795E-ECC4-40BB-8335-4B1300CC6CA5}" type="parTrans" cxnId="{77AF65B6-320E-4947-9555-09A82AC25C70}">
      <dgm:prSet/>
      <dgm:spPr/>
      <dgm:t>
        <a:bodyPr/>
        <a:lstStyle/>
        <a:p>
          <a:endParaRPr lang="en-IN"/>
        </a:p>
      </dgm:t>
    </dgm:pt>
    <dgm:pt modelId="{E5991BEC-E6AA-4931-B4F7-0654526EFA6B}" type="sibTrans" cxnId="{77AF65B6-320E-4947-9555-09A82AC25C70}">
      <dgm:prSet/>
      <dgm:spPr/>
      <dgm:t>
        <a:bodyPr/>
        <a:lstStyle/>
        <a:p>
          <a:endParaRPr lang="en-IN"/>
        </a:p>
      </dgm:t>
    </dgm:pt>
    <dgm:pt modelId="{2D779277-D4D7-42B5-8C17-52FD9AC010B6}">
      <dgm:prSet phldrT="[Text]" phldr="0" custT="1"/>
      <dgm:spPr>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dgm:spPr>
      <dgm:t>
        <a:bodyPr/>
        <a:lstStyle/>
        <a:p>
          <a:r>
            <a:rPr lang="en-US" sz="2000" b="1" dirty="0"/>
            <a:t>Action</a:t>
          </a:r>
          <a:endParaRPr lang="en-IN" sz="2000" b="1" dirty="0"/>
        </a:p>
      </dgm:t>
    </dgm:pt>
    <dgm:pt modelId="{0FC248A6-EFA0-40EA-A31F-23D446CA4D36}" type="parTrans" cxnId="{B7AE53AC-F82E-412D-B6EB-DBE876F7A304}">
      <dgm:prSet/>
      <dgm:spPr/>
      <dgm:t>
        <a:bodyPr/>
        <a:lstStyle/>
        <a:p>
          <a:endParaRPr lang="en-IN"/>
        </a:p>
      </dgm:t>
    </dgm:pt>
    <dgm:pt modelId="{61E42A10-97D7-4BF1-A8B7-06CD36B59310}" type="sibTrans" cxnId="{B7AE53AC-F82E-412D-B6EB-DBE876F7A304}">
      <dgm:prSet/>
      <dgm:spPr/>
      <dgm:t>
        <a:bodyPr/>
        <a:lstStyle/>
        <a:p>
          <a:endParaRPr lang="en-IN"/>
        </a:p>
      </dgm:t>
    </dgm:pt>
    <dgm:pt modelId="{C44A7D63-9D8C-4FFF-8F67-6D3BF7D539FB}" type="pres">
      <dgm:prSet presAssocID="{A83B2547-DF93-4F4A-ABBC-9798882338F2}" presName="diagram" presStyleCnt="0">
        <dgm:presLayoutVars>
          <dgm:chPref val="1"/>
          <dgm:dir/>
          <dgm:animOne val="branch"/>
          <dgm:animLvl val="lvl"/>
          <dgm:resizeHandles/>
        </dgm:presLayoutVars>
      </dgm:prSet>
      <dgm:spPr/>
    </dgm:pt>
    <dgm:pt modelId="{A260AEB8-7A20-477C-97E4-876902B20775}" type="pres">
      <dgm:prSet presAssocID="{B2F6ACF9-331D-4B8A-B6D5-288BEB5DC6CB}" presName="root" presStyleCnt="0"/>
      <dgm:spPr/>
    </dgm:pt>
    <dgm:pt modelId="{70665BFE-A4DD-4CA9-B9E1-1EF996AD1AFB}" type="pres">
      <dgm:prSet presAssocID="{B2F6ACF9-331D-4B8A-B6D5-288BEB5DC6CB}" presName="rootComposite" presStyleCnt="0"/>
      <dgm:spPr/>
    </dgm:pt>
    <dgm:pt modelId="{01FF3A14-6488-462D-9F33-DFABFDBA30D3}" type="pres">
      <dgm:prSet presAssocID="{B2F6ACF9-331D-4B8A-B6D5-288BEB5DC6CB}" presName="rootText" presStyleLbl="node1" presStyleIdx="0" presStyleCnt="1" custScaleX="459104" custLinFactY="-17196" custLinFactNeighborX="-7934" custLinFactNeighborY="-100000"/>
      <dgm:spPr/>
    </dgm:pt>
    <dgm:pt modelId="{372FA886-C599-4A93-87DA-289CD67D3C1A}" type="pres">
      <dgm:prSet presAssocID="{B2F6ACF9-331D-4B8A-B6D5-288BEB5DC6CB}" presName="rootConnector" presStyleLbl="node1" presStyleIdx="0" presStyleCnt="1"/>
      <dgm:spPr/>
    </dgm:pt>
    <dgm:pt modelId="{601D665A-B764-4063-A1CA-68EBD8BA0625}" type="pres">
      <dgm:prSet presAssocID="{B2F6ACF9-331D-4B8A-B6D5-288BEB5DC6CB}" presName="childShape" presStyleCnt="0"/>
      <dgm:spPr/>
    </dgm:pt>
    <dgm:pt modelId="{50F82F98-B11D-4472-9FC4-C82E9F99D176}" type="pres">
      <dgm:prSet presAssocID="{FAA53567-6FD1-4167-A657-A5FC79ED6F0E}" presName="Name13" presStyleLbl="parChTrans1D2" presStyleIdx="0" presStyleCnt="5"/>
      <dgm:spPr/>
    </dgm:pt>
    <dgm:pt modelId="{2B9662ED-FDBF-460E-A2AC-D3A270460BD4}" type="pres">
      <dgm:prSet presAssocID="{4D4F387D-F062-4077-8AE4-C973C66AA4A1}" presName="childText" presStyleLbl="bgAcc1" presStyleIdx="0" presStyleCnt="5" custScaleX="187524">
        <dgm:presLayoutVars>
          <dgm:bulletEnabled val="1"/>
        </dgm:presLayoutVars>
      </dgm:prSet>
      <dgm:spPr/>
    </dgm:pt>
    <dgm:pt modelId="{4CB49835-234D-42E2-BE72-EE296E20E725}" type="pres">
      <dgm:prSet presAssocID="{AD2DAD2F-0038-4EEA-9FF1-3F3CE01AF2BA}" presName="Name13" presStyleLbl="parChTrans1D2" presStyleIdx="1" presStyleCnt="5"/>
      <dgm:spPr/>
    </dgm:pt>
    <dgm:pt modelId="{9BAE31AF-49CE-4AF6-9041-FDC3BD96B404}" type="pres">
      <dgm:prSet presAssocID="{82428FEF-771A-4B5E-B4D9-04CEEE556F7F}" presName="childText" presStyleLbl="bgAcc1" presStyleIdx="1" presStyleCnt="5" custScaleX="188795">
        <dgm:presLayoutVars>
          <dgm:bulletEnabled val="1"/>
        </dgm:presLayoutVars>
      </dgm:prSet>
      <dgm:spPr/>
    </dgm:pt>
    <dgm:pt modelId="{96DA7E12-1857-4CBD-A65E-7850808F250C}" type="pres">
      <dgm:prSet presAssocID="{ACBBE192-E456-4561-8BCA-D7835A4E3038}" presName="Name13" presStyleLbl="parChTrans1D2" presStyleIdx="2" presStyleCnt="5"/>
      <dgm:spPr/>
    </dgm:pt>
    <dgm:pt modelId="{4FB2C1DC-CB9B-4BAD-8886-9C6AA5DE737F}" type="pres">
      <dgm:prSet presAssocID="{7BBB320A-696E-4125-BA30-EE3A33FA555B}" presName="childText" presStyleLbl="bgAcc1" presStyleIdx="2" presStyleCnt="5" custScaleX="191029">
        <dgm:presLayoutVars>
          <dgm:bulletEnabled val="1"/>
        </dgm:presLayoutVars>
      </dgm:prSet>
      <dgm:spPr/>
    </dgm:pt>
    <dgm:pt modelId="{E4276575-520C-4CE8-AA3F-25B11A7BE871}" type="pres">
      <dgm:prSet presAssocID="{0FC248A6-EFA0-40EA-A31F-23D446CA4D36}" presName="Name13" presStyleLbl="parChTrans1D2" presStyleIdx="3" presStyleCnt="5"/>
      <dgm:spPr/>
    </dgm:pt>
    <dgm:pt modelId="{DC08F0AA-174A-43E9-A0F1-307F47C1153F}" type="pres">
      <dgm:prSet presAssocID="{2D779277-D4D7-42B5-8C17-52FD9AC010B6}" presName="childText" presStyleLbl="bgAcc1" presStyleIdx="3" presStyleCnt="5" custScaleX="186472">
        <dgm:presLayoutVars>
          <dgm:bulletEnabled val="1"/>
        </dgm:presLayoutVars>
      </dgm:prSet>
      <dgm:spPr/>
    </dgm:pt>
    <dgm:pt modelId="{EA401C29-99CC-455C-9C91-9A8BDB1589E9}" type="pres">
      <dgm:prSet presAssocID="{02CF795E-ECC4-40BB-8335-4B1300CC6CA5}" presName="Name13" presStyleLbl="parChTrans1D2" presStyleIdx="4" presStyleCnt="5"/>
      <dgm:spPr/>
    </dgm:pt>
    <dgm:pt modelId="{704806D4-4D84-4D6E-8F5E-747D77A99323}" type="pres">
      <dgm:prSet presAssocID="{38B0C344-14ED-499B-AD08-5D7FE488A1BC}" presName="childText" presStyleLbl="bgAcc1" presStyleIdx="4" presStyleCnt="5" custScaleX="188640">
        <dgm:presLayoutVars>
          <dgm:bulletEnabled val="1"/>
        </dgm:presLayoutVars>
      </dgm:prSet>
      <dgm:spPr/>
    </dgm:pt>
  </dgm:ptLst>
  <dgm:cxnLst>
    <dgm:cxn modelId="{554EC909-6EC8-4009-A48B-C88253766BCA}" type="presOf" srcId="{ACBBE192-E456-4561-8BCA-D7835A4E3038}" destId="{96DA7E12-1857-4CBD-A65E-7850808F250C}" srcOrd="0" destOrd="0" presId="urn:microsoft.com/office/officeart/2005/8/layout/hierarchy3"/>
    <dgm:cxn modelId="{71E77019-5466-472A-BE81-9AF0B90DB4A5}" type="presOf" srcId="{B2F6ACF9-331D-4B8A-B6D5-288BEB5DC6CB}" destId="{372FA886-C599-4A93-87DA-289CD67D3C1A}" srcOrd="1" destOrd="0" presId="urn:microsoft.com/office/officeart/2005/8/layout/hierarchy3"/>
    <dgm:cxn modelId="{A7D65023-CB91-49BD-BC53-892E5A5DA135}" type="presOf" srcId="{02CF795E-ECC4-40BB-8335-4B1300CC6CA5}" destId="{EA401C29-99CC-455C-9C91-9A8BDB1589E9}" srcOrd="0" destOrd="0" presId="urn:microsoft.com/office/officeart/2005/8/layout/hierarchy3"/>
    <dgm:cxn modelId="{AF188628-EB0D-49B3-AFD1-A213EB6C5977}" srcId="{B2F6ACF9-331D-4B8A-B6D5-288BEB5DC6CB}" destId="{4D4F387D-F062-4077-8AE4-C973C66AA4A1}" srcOrd="0" destOrd="0" parTransId="{FAA53567-6FD1-4167-A657-A5FC79ED6F0E}" sibTransId="{FB0DFFB5-7CCC-4C20-B886-9580114C0606}"/>
    <dgm:cxn modelId="{AAD10D3F-E6A8-4A76-9F8A-C6D4F2F17702}" type="presOf" srcId="{38B0C344-14ED-499B-AD08-5D7FE488A1BC}" destId="{704806D4-4D84-4D6E-8F5E-747D77A99323}" srcOrd="0" destOrd="0" presId="urn:microsoft.com/office/officeart/2005/8/layout/hierarchy3"/>
    <dgm:cxn modelId="{AE85A53F-C699-43EE-A115-62338C9C29A7}" type="presOf" srcId="{A83B2547-DF93-4F4A-ABBC-9798882338F2}" destId="{C44A7D63-9D8C-4FFF-8F67-6D3BF7D539FB}" srcOrd="0" destOrd="0" presId="urn:microsoft.com/office/officeart/2005/8/layout/hierarchy3"/>
    <dgm:cxn modelId="{FACD4862-665B-4C54-8F65-7FC8CD079649}" type="presOf" srcId="{4D4F387D-F062-4077-8AE4-C973C66AA4A1}" destId="{2B9662ED-FDBF-460E-A2AC-D3A270460BD4}" srcOrd="0" destOrd="0" presId="urn:microsoft.com/office/officeart/2005/8/layout/hierarchy3"/>
    <dgm:cxn modelId="{4EC72684-94C8-41B6-AD61-AFF1DB1B58FF}" type="presOf" srcId="{7BBB320A-696E-4125-BA30-EE3A33FA555B}" destId="{4FB2C1DC-CB9B-4BAD-8886-9C6AA5DE737F}" srcOrd="0" destOrd="0" presId="urn:microsoft.com/office/officeart/2005/8/layout/hierarchy3"/>
    <dgm:cxn modelId="{CE9F5A8A-EAE3-4260-B0E4-0BBE0731043A}" srcId="{B2F6ACF9-331D-4B8A-B6D5-288BEB5DC6CB}" destId="{7BBB320A-696E-4125-BA30-EE3A33FA555B}" srcOrd="2" destOrd="0" parTransId="{ACBBE192-E456-4561-8BCA-D7835A4E3038}" sibTransId="{9336C1F9-ED87-4D1D-929C-78210DA00BB7}"/>
    <dgm:cxn modelId="{94CF2D8B-752D-466F-9B12-47C256FE43BB}" type="presOf" srcId="{B2F6ACF9-331D-4B8A-B6D5-288BEB5DC6CB}" destId="{01FF3A14-6488-462D-9F33-DFABFDBA30D3}" srcOrd="0" destOrd="0" presId="urn:microsoft.com/office/officeart/2005/8/layout/hierarchy3"/>
    <dgm:cxn modelId="{A2B58590-B303-4C24-A85D-79A3F24B67C6}" srcId="{A83B2547-DF93-4F4A-ABBC-9798882338F2}" destId="{B2F6ACF9-331D-4B8A-B6D5-288BEB5DC6CB}" srcOrd="0" destOrd="0" parTransId="{4879D71C-9431-4D8A-BAEA-069F9876B86C}" sibTransId="{D12CF69C-707D-49D3-BC2A-09AA0ECBEDB4}"/>
    <dgm:cxn modelId="{B7AE53AC-F82E-412D-B6EB-DBE876F7A304}" srcId="{B2F6ACF9-331D-4B8A-B6D5-288BEB5DC6CB}" destId="{2D779277-D4D7-42B5-8C17-52FD9AC010B6}" srcOrd="3" destOrd="0" parTransId="{0FC248A6-EFA0-40EA-A31F-23D446CA4D36}" sibTransId="{61E42A10-97D7-4BF1-A8B7-06CD36B59310}"/>
    <dgm:cxn modelId="{509C6DAD-8227-407D-9491-3AA5021A8BED}" srcId="{B2F6ACF9-331D-4B8A-B6D5-288BEB5DC6CB}" destId="{82428FEF-771A-4B5E-B4D9-04CEEE556F7F}" srcOrd="1" destOrd="0" parTransId="{AD2DAD2F-0038-4EEA-9FF1-3F3CE01AF2BA}" sibTransId="{BA57734F-26E7-4530-9FDA-5635671AC996}"/>
    <dgm:cxn modelId="{77AF65B6-320E-4947-9555-09A82AC25C70}" srcId="{B2F6ACF9-331D-4B8A-B6D5-288BEB5DC6CB}" destId="{38B0C344-14ED-499B-AD08-5D7FE488A1BC}" srcOrd="4" destOrd="0" parTransId="{02CF795E-ECC4-40BB-8335-4B1300CC6CA5}" sibTransId="{E5991BEC-E6AA-4931-B4F7-0654526EFA6B}"/>
    <dgm:cxn modelId="{476EA7CB-05DA-4DAD-B61B-79B3E2831098}" type="presOf" srcId="{FAA53567-6FD1-4167-A657-A5FC79ED6F0E}" destId="{50F82F98-B11D-4472-9FC4-C82E9F99D176}" srcOrd="0" destOrd="0" presId="urn:microsoft.com/office/officeart/2005/8/layout/hierarchy3"/>
    <dgm:cxn modelId="{FCC518D4-9769-40B6-A858-D9B6BAFFF1AD}" type="presOf" srcId="{2D779277-D4D7-42B5-8C17-52FD9AC010B6}" destId="{DC08F0AA-174A-43E9-A0F1-307F47C1153F}" srcOrd="0" destOrd="0" presId="urn:microsoft.com/office/officeart/2005/8/layout/hierarchy3"/>
    <dgm:cxn modelId="{FC6B01EC-04CD-487B-AB47-639184CE9E2D}" type="presOf" srcId="{0FC248A6-EFA0-40EA-A31F-23D446CA4D36}" destId="{E4276575-520C-4CE8-AA3F-25B11A7BE871}" srcOrd="0" destOrd="0" presId="urn:microsoft.com/office/officeart/2005/8/layout/hierarchy3"/>
    <dgm:cxn modelId="{5E88B6EF-CFD4-4C0E-A0F5-9DBED758589B}" type="presOf" srcId="{AD2DAD2F-0038-4EEA-9FF1-3F3CE01AF2BA}" destId="{4CB49835-234D-42E2-BE72-EE296E20E725}" srcOrd="0" destOrd="0" presId="urn:microsoft.com/office/officeart/2005/8/layout/hierarchy3"/>
    <dgm:cxn modelId="{68022CF5-B6F3-4966-AB6B-A57E3F7ACC2C}" type="presOf" srcId="{82428FEF-771A-4B5E-B4D9-04CEEE556F7F}" destId="{9BAE31AF-49CE-4AF6-9041-FDC3BD96B404}" srcOrd="0" destOrd="0" presId="urn:microsoft.com/office/officeart/2005/8/layout/hierarchy3"/>
    <dgm:cxn modelId="{1BE1D240-202F-490D-9526-E2EBDF62642E}" type="presParOf" srcId="{C44A7D63-9D8C-4FFF-8F67-6D3BF7D539FB}" destId="{A260AEB8-7A20-477C-97E4-876902B20775}" srcOrd="0" destOrd="0" presId="urn:microsoft.com/office/officeart/2005/8/layout/hierarchy3"/>
    <dgm:cxn modelId="{EB25C01F-84DC-4259-8F67-BF9608390148}" type="presParOf" srcId="{A260AEB8-7A20-477C-97E4-876902B20775}" destId="{70665BFE-A4DD-4CA9-B9E1-1EF996AD1AFB}" srcOrd="0" destOrd="0" presId="urn:microsoft.com/office/officeart/2005/8/layout/hierarchy3"/>
    <dgm:cxn modelId="{50B374CF-CFFD-4368-939F-43E51BBCD935}" type="presParOf" srcId="{70665BFE-A4DD-4CA9-B9E1-1EF996AD1AFB}" destId="{01FF3A14-6488-462D-9F33-DFABFDBA30D3}" srcOrd="0" destOrd="0" presId="urn:microsoft.com/office/officeart/2005/8/layout/hierarchy3"/>
    <dgm:cxn modelId="{68462970-E6F8-4F9D-94D4-C0A1E2442F00}" type="presParOf" srcId="{70665BFE-A4DD-4CA9-B9E1-1EF996AD1AFB}" destId="{372FA886-C599-4A93-87DA-289CD67D3C1A}" srcOrd="1" destOrd="0" presId="urn:microsoft.com/office/officeart/2005/8/layout/hierarchy3"/>
    <dgm:cxn modelId="{07686995-32FC-421D-B36A-402EF2C5B895}" type="presParOf" srcId="{A260AEB8-7A20-477C-97E4-876902B20775}" destId="{601D665A-B764-4063-A1CA-68EBD8BA0625}" srcOrd="1" destOrd="0" presId="urn:microsoft.com/office/officeart/2005/8/layout/hierarchy3"/>
    <dgm:cxn modelId="{35365CB4-1C30-4150-855D-C07387D6411C}" type="presParOf" srcId="{601D665A-B764-4063-A1CA-68EBD8BA0625}" destId="{50F82F98-B11D-4472-9FC4-C82E9F99D176}" srcOrd="0" destOrd="0" presId="urn:microsoft.com/office/officeart/2005/8/layout/hierarchy3"/>
    <dgm:cxn modelId="{FCFBA5A1-9872-464A-B27D-FA6F4A6D502B}" type="presParOf" srcId="{601D665A-B764-4063-A1CA-68EBD8BA0625}" destId="{2B9662ED-FDBF-460E-A2AC-D3A270460BD4}" srcOrd="1" destOrd="0" presId="urn:microsoft.com/office/officeart/2005/8/layout/hierarchy3"/>
    <dgm:cxn modelId="{BD6A2CC9-A8DF-4585-B40B-1DA08617FE5F}" type="presParOf" srcId="{601D665A-B764-4063-A1CA-68EBD8BA0625}" destId="{4CB49835-234D-42E2-BE72-EE296E20E725}" srcOrd="2" destOrd="0" presId="urn:microsoft.com/office/officeart/2005/8/layout/hierarchy3"/>
    <dgm:cxn modelId="{D63A7411-CA2C-4BEC-8AB8-A6D67F01E79E}" type="presParOf" srcId="{601D665A-B764-4063-A1CA-68EBD8BA0625}" destId="{9BAE31AF-49CE-4AF6-9041-FDC3BD96B404}" srcOrd="3" destOrd="0" presId="urn:microsoft.com/office/officeart/2005/8/layout/hierarchy3"/>
    <dgm:cxn modelId="{46156363-EE6E-48B3-B78F-F390302093FF}" type="presParOf" srcId="{601D665A-B764-4063-A1CA-68EBD8BA0625}" destId="{96DA7E12-1857-4CBD-A65E-7850808F250C}" srcOrd="4" destOrd="0" presId="urn:microsoft.com/office/officeart/2005/8/layout/hierarchy3"/>
    <dgm:cxn modelId="{F02AF12A-C8E3-467F-9791-8B2BA5C78542}" type="presParOf" srcId="{601D665A-B764-4063-A1CA-68EBD8BA0625}" destId="{4FB2C1DC-CB9B-4BAD-8886-9C6AA5DE737F}" srcOrd="5" destOrd="0" presId="urn:microsoft.com/office/officeart/2005/8/layout/hierarchy3"/>
    <dgm:cxn modelId="{B8351078-92C9-4B4B-AB0F-A12CE6668A5A}" type="presParOf" srcId="{601D665A-B764-4063-A1CA-68EBD8BA0625}" destId="{E4276575-520C-4CE8-AA3F-25B11A7BE871}" srcOrd="6" destOrd="0" presId="urn:microsoft.com/office/officeart/2005/8/layout/hierarchy3"/>
    <dgm:cxn modelId="{8FA6D081-7062-47D7-B283-BE3DD0D4CC40}" type="presParOf" srcId="{601D665A-B764-4063-A1CA-68EBD8BA0625}" destId="{DC08F0AA-174A-43E9-A0F1-307F47C1153F}" srcOrd="7" destOrd="0" presId="urn:microsoft.com/office/officeart/2005/8/layout/hierarchy3"/>
    <dgm:cxn modelId="{F9D20464-D30C-474C-84D3-EA1380688444}" type="presParOf" srcId="{601D665A-B764-4063-A1CA-68EBD8BA0625}" destId="{EA401C29-99CC-455C-9C91-9A8BDB1589E9}" srcOrd="8" destOrd="0" presId="urn:microsoft.com/office/officeart/2005/8/layout/hierarchy3"/>
    <dgm:cxn modelId="{E51C00D2-746A-42CA-9226-FC684AB3FC67}" type="presParOf" srcId="{601D665A-B764-4063-A1CA-68EBD8BA0625}" destId="{704806D4-4D84-4D6E-8F5E-747D77A99323}" srcOrd="9"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CE531F-C60D-40CC-870C-DA9F2AA1F6F0}" type="doc">
      <dgm:prSet loTypeId="urn:microsoft.com/office/officeart/2011/layout/TabList" loCatId="list" qsTypeId="urn:microsoft.com/office/officeart/2005/8/quickstyle/simple1" qsCatId="simple" csTypeId="urn:microsoft.com/office/officeart/2005/8/colors/accent3_5" csCatId="accent3" phldr="1"/>
      <dgm:spPr/>
      <dgm:t>
        <a:bodyPr/>
        <a:lstStyle/>
        <a:p>
          <a:endParaRPr lang="en-IN"/>
        </a:p>
      </dgm:t>
    </dgm:pt>
    <dgm:pt modelId="{E3259A78-440A-478F-9598-38AC866BB20E}">
      <dgm:prSet phldrT="[Text]" custT="1"/>
      <dgm:spPr/>
      <dgm:t>
        <a:bodyPr/>
        <a:lstStyle/>
        <a:p>
          <a:pPr>
            <a:lnSpc>
              <a:spcPct val="100000"/>
            </a:lnSpc>
          </a:pP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HealthBuddy AI</a:t>
          </a:r>
          <a:endParaRPr lang="en-IN" sz="1800" dirty="0"/>
        </a:p>
      </dgm:t>
    </dgm:pt>
    <dgm:pt modelId="{E0C6B8CA-82E5-441B-862B-577AD47D4F3C}" type="parTrans" cxnId="{83E9EA34-2251-4374-BFFF-4A5BD36CBEEB}">
      <dgm:prSet/>
      <dgm:spPr/>
      <dgm:t>
        <a:bodyPr/>
        <a:lstStyle/>
        <a:p>
          <a:pPr>
            <a:lnSpc>
              <a:spcPct val="100000"/>
            </a:lnSpc>
          </a:pPr>
          <a:endParaRPr lang="en-IN" sz="1800"/>
        </a:p>
      </dgm:t>
    </dgm:pt>
    <dgm:pt modelId="{512996A0-342B-48D2-A13A-1703D6BF8303}" type="sibTrans" cxnId="{83E9EA34-2251-4374-BFFF-4A5BD36CBEEB}">
      <dgm:prSet/>
      <dgm:spPr/>
      <dgm:t>
        <a:bodyPr/>
        <a:lstStyle/>
        <a:p>
          <a:pPr>
            <a:lnSpc>
              <a:spcPct val="100000"/>
            </a:lnSpc>
          </a:pPr>
          <a:endParaRPr lang="en-IN" sz="1800"/>
        </a:p>
      </dgm:t>
    </dgm:pt>
    <dgm:pt modelId="{197E2EB1-1FEB-4684-A8DE-E004338EA640}">
      <dgm:prSet phldrT="[Text]" custT="1"/>
      <dgm:spPr/>
      <dgm:t>
        <a:bodyPr/>
        <a:lstStyle/>
        <a:p>
          <a:pPr algn="l">
            <a:lnSpc>
              <a:spcPct val="100000"/>
            </a:lnSpc>
            <a:buClrTx/>
            <a:buSzTx/>
            <a:buFont typeface="Wingdings" panose="05000000000000000000" pitchFamily="2" charset="2"/>
            <a:buChar char="§"/>
          </a:pP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Powered by the </a:t>
          </a: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Google Gemini 1.5 Flash API</a:t>
          </a: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 for high-speed, empathetic medical inquiry handling.</a:t>
          </a:r>
          <a:endParaRPr lang="en-IN" sz="1800" dirty="0"/>
        </a:p>
      </dgm:t>
    </dgm:pt>
    <dgm:pt modelId="{0A0E9973-0661-454A-8BC5-2639AD068751}" type="parTrans" cxnId="{1C2ADA75-D874-4296-953F-C770E9AD95F6}">
      <dgm:prSet/>
      <dgm:spPr/>
      <dgm:t>
        <a:bodyPr/>
        <a:lstStyle/>
        <a:p>
          <a:pPr>
            <a:lnSpc>
              <a:spcPct val="100000"/>
            </a:lnSpc>
          </a:pPr>
          <a:endParaRPr lang="en-IN" sz="1800"/>
        </a:p>
      </dgm:t>
    </dgm:pt>
    <dgm:pt modelId="{9AC62A30-A05B-4983-8EB4-F07924D16DEC}" type="sibTrans" cxnId="{1C2ADA75-D874-4296-953F-C770E9AD95F6}">
      <dgm:prSet/>
      <dgm:spPr/>
      <dgm:t>
        <a:bodyPr/>
        <a:lstStyle/>
        <a:p>
          <a:pPr>
            <a:lnSpc>
              <a:spcPct val="100000"/>
            </a:lnSpc>
          </a:pPr>
          <a:endParaRPr lang="en-IN" sz="1800"/>
        </a:p>
      </dgm:t>
    </dgm:pt>
    <dgm:pt modelId="{2E557CD3-7005-4E92-9CED-5F9CDFE0AEAD}">
      <dgm:prSet phldrT="[Text]" custT="1"/>
      <dgm:spPr/>
      <dgm:t>
        <a:bodyPr/>
        <a:lstStyle/>
        <a:p>
          <a:pPr>
            <a:lnSpc>
              <a:spcPct val="100000"/>
            </a:lnSpc>
          </a:pP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Prescription Intelligence</a:t>
          </a:r>
          <a:endParaRPr lang="en-IN" sz="1800" dirty="0"/>
        </a:p>
      </dgm:t>
    </dgm:pt>
    <dgm:pt modelId="{7ECA8F87-0B54-4F70-8E9A-3FDF0C21C645}" type="parTrans" cxnId="{E151945D-EB87-410A-8823-ECB4C9F49EB7}">
      <dgm:prSet/>
      <dgm:spPr/>
      <dgm:t>
        <a:bodyPr/>
        <a:lstStyle/>
        <a:p>
          <a:pPr>
            <a:lnSpc>
              <a:spcPct val="100000"/>
            </a:lnSpc>
          </a:pPr>
          <a:endParaRPr lang="en-IN" sz="1800"/>
        </a:p>
      </dgm:t>
    </dgm:pt>
    <dgm:pt modelId="{BDBC260F-7892-4F8B-A6BB-91C09EC9F623}" type="sibTrans" cxnId="{E151945D-EB87-410A-8823-ECB4C9F49EB7}">
      <dgm:prSet/>
      <dgm:spPr/>
      <dgm:t>
        <a:bodyPr/>
        <a:lstStyle/>
        <a:p>
          <a:pPr>
            <a:lnSpc>
              <a:spcPct val="100000"/>
            </a:lnSpc>
          </a:pPr>
          <a:endParaRPr lang="en-IN" sz="1800"/>
        </a:p>
      </dgm:t>
    </dgm:pt>
    <dgm:pt modelId="{D5CFC8B3-8118-4144-893A-621DD48E08B0}">
      <dgm:prSet phldrT="[Text]" custT="1"/>
      <dgm:spPr/>
      <dgm:t>
        <a:bodyPr/>
        <a:lstStyle/>
        <a:p>
          <a:pPr>
            <a:lnSpc>
              <a:spcPct val="100000"/>
            </a:lnSpc>
            <a:buClrTx/>
            <a:buSzTx/>
            <a:buFont typeface="Wingdings" panose="05000000000000000000" pitchFamily="2" charset="2"/>
            <a:buChar char="§"/>
          </a:pP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Integrated </a:t>
          </a: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PDF.js</a:t>
          </a: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 for client-side text extraction, allowing users to digitize physical medical reports instantly.</a:t>
          </a:r>
          <a:endParaRPr lang="en-IN" sz="1800" dirty="0"/>
        </a:p>
      </dgm:t>
    </dgm:pt>
    <dgm:pt modelId="{042BB32B-085B-42FA-816B-F8C050380DDC}" type="parTrans" cxnId="{69BBD555-3B10-4008-AFDD-EAB85E64B350}">
      <dgm:prSet/>
      <dgm:spPr/>
      <dgm:t>
        <a:bodyPr/>
        <a:lstStyle/>
        <a:p>
          <a:pPr>
            <a:lnSpc>
              <a:spcPct val="100000"/>
            </a:lnSpc>
          </a:pPr>
          <a:endParaRPr lang="en-IN" sz="1800"/>
        </a:p>
      </dgm:t>
    </dgm:pt>
    <dgm:pt modelId="{E2E01C22-BF2E-4C92-8957-0E5B32D34374}" type="sibTrans" cxnId="{69BBD555-3B10-4008-AFDD-EAB85E64B350}">
      <dgm:prSet/>
      <dgm:spPr/>
      <dgm:t>
        <a:bodyPr/>
        <a:lstStyle/>
        <a:p>
          <a:pPr>
            <a:lnSpc>
              <a:spcPct val="100000"/>
            </a:lnSpc>
          </a:pPr>
          <a:endParaRPr lang="en-IN" sz="1800"/>
        </a:p>
      </dgm:t>
    </dgm:pt>
    <dgm:pt modelId="{0489A753-5A96-405C-A6A5-45556A8245A3}">
      <dgm:prSet phldrT="[Text]" custT="1"/>
      <dgm:spPr/>
      <dgm:t>
        <a:bodyPr/>
        <a:lstStyle/>
        <a:p>
          <a:pPr>
            <a:lnSpc>
              <a:spcPct val="100000"/>
            </a:lnSpc>
          </a:pP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Safety Guardrails</a:t>
          </a:r>
          <a:endParaRPr lang="en-IN" sz="1800" dirty="0"/>
        </a:p>
      </dgm:t>
    </dgm:pt>
    <dgm:pt modelId="{2B8107EF-9AE7-4314-B572-2FF37AF97F4F}" type="parTrans" cxnId="{CBDE5F98-040B-466B-B8E0-4E267395FE2C}">
      <dgm:prSet/>
      <dgm:spPr/>
      <dgm:t>
        <a:bodyPr/>
        <a:lstStyle/>
        <a:p>
          <a:pPr>
            <a:lnSpc>
              <a:spcPct val="100000"/>
            </a:lnSpc>
          </a:pPr>
          <a:endParaRPr lang="en-IN" sz="1800"/>
        </a:p>
      </dgm:t>
    </dgm:pt>
    <dgm:pt modelId="{EB72F9F6-0310-4EA8-BC5C-62AF40950DC2}" type="sibTrans" cxnId="{CBDE5F98-040B-466B-B8E0-4E267395FE2C}">
      <dgm:prSet/>
      <dgm:spPr/>
      <dgm:t>
        <a:bodyPr/>
        <a:lstStyle/>
        <a:p>
          <a:pPr>
            <a:lnSpc>
              <a:spcPct val="100000"/>
            </a:lnSpc>
          </a:pPr>
          <a:endParaRPr lang="en-IN" sz="1800"/>
        </a:p>
      </dgm:t>
    </dgm:pt>
    <dgm:pt modelId="{529FBA38-4E36-4012-9B26-5C8238EC8FDC}">
      <dgm:prSet phldrT="[Text]" custT="1"/>
      <dgm:spPr/>
      <dgm:t>
        <a:bodyPr/>
        <a:lstStyle/>
        <a:p>
          <a:pPr>
            <a:lnSpc>
              <a:spcPct val="100000"/>
            </a:lnSpc>
            <a:buClrTx/>
            <a:buSzTx/>
            <a:buFont typeface="Wingdings" panose="05000000000000000000" pitchFamily="2" charset="2"/>
            <a:buChar char="§"/>
          </a:pP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Hard-coded system instructions to prevent non-medical queries and maintain clinical professional standards.</a:t>
          </a:r>
          <a:endParaRPr lang="en-IN" sz="1800" dirty="0"/>
        </a:p>
      </dgm:t>
    </dgm:pt>
    <dgm:pt modelId="{A7639898-41D9-4A27-BEE4-26FCA2C4B1D0}" type="parTrans" cxnId="{EE2FF27F-EECF-4942-985A-6B6A8C7C088D}">
      <dgm:prSet/>
      <dgm:spPr/>
      <dgm:t>
        <a:bodyPr/>
        <a:lstStyle/>
        <a:p>
          <a:pPr>
            <a:lnSpc>
              <a:spcPct val="100000"/>
            </a:lnSpc>
          </a:pPr>
          <a:endParaRPr lang="en-IN" sz="1800"/>
        </a:p>
      </dgm:t>
    </dgm:pt>
    <dgm:pt modelId="{7E70207A-D3FB-4FD0-8634-570CE6C42162}" type="sibTrans" cxnId="{EE2FF27F-EECF-4942-985A-6B6A8C7C088D}">
      <dgm:prSet/>
      <dgm:spPr/>
      <dgm:t>
        <a:bodyPr/>
        <a:lstStyle/>
        <a:p>
          <a:pPr>
            <a:lnSpc>
              <a:spcPct val="100000"/>
            </a:lnSpc>
          </a:pPr>
          <a:endParaRPr lang="en-IN" sz="1800"/>
        </a:p>
      </dgm:t>
    </dgm:pt>
    <dgm:pt modelId="{710EFD8D-3ADE-4152-8F5C-8BCD449824AA}">
      <dgm:prSet phldrT="[Text]" custT="1"/>
      <dgm:spPr/>
      <dgm:t>
        <a:bodyPr/>
        <a:lstStyle/>
        <a:p>
          <a:pPr>
            <a:lnSpc>
              <a:spcPct val="100000"/>
            </a:lnSpc>
          </a:pPr>
          <a:r>
            <a:rPr kumimoji="0" lang="en-US" altLang="en-US" sz="18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Real-time AI response streaming for a seamless conversational experience</a:t>
          </a:r>
          <a:endParaRPr lang="en-IN" sz="1800" dirty="0"/>
        </a:p>
      </dgm:t>
    </dgm:pt>
    <dgm:pt modelId="{69ED388F-6C7D-4DCF-A77E-7A06E037FC6A}" type="parTrans" cxnId="{3060F91D-0714-40E9-9E59-CE09187EAC5C}">
      <dgm:prSet/>
      <dgm:spPr/>
      <dgm:t>
        <a:bodyPr/>
        <a:lstStyle/>
        <a:p>
          <a:pPr>
            <a:lnSpc>
              <a:spcPct val="100000"/>
            </a:lnSpc>
          </a:pPr>
          <a:endParaRPr lang="en-IN" sz="1800"/>
        </a:p>
      </dgm:t>
    </dgm:pt>
    <dgm:pt modelId="{19BE3912-EE7D-4ABB-B4CA-2A49664B6851}" type="sibTrans" cxnId="{3060F91D-0714-40E9-9E59-CE09187EAC5C}">
      <dgm:prSet/>
      <dgm:spPr/>
      <dgm:t>
        <a:bodyPr/>
        <a:lstStyle/>
        <a:p>
          <a:pPr>
            <a:lnSpc>
              <a:spcPct val="100000"/>
            </a:lnSpc>
          </a:pPr>
          <a:endParaRPr lang="en-IN" sz="1800"/>
        </a:p>
      </dgm:t>
    </dgm:pt>
    <dgm:pt modelId="{997AEC1A-24F8-4042-8E5B-7CBFADCF805C}">
      <dgm:prSet phldrT="[Text]" custT="1"/>
      <dgm:spPr/>
      <dgm:t>
        <a:bodyPr/>
        <a:lstStyle/>
        <a:p>
          <a:pPr>
            <a:lnSpc>
              <a:spcPct val="100000"/>
            </a:lnSpc>
          </a:pPr>
          <a:r>
            <a:rPr kumimoji="0" lang="en-US" altLang="en-US" sz="18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Asynchronous Processing</a:t>
          </a:r>
          <a:endParaRPr lang="en-IN" sz="1800" dirty="0"/>
        </a:p>
      </dgm:t>
    </dgm:pt>
    <dgm:pt modelId="{EEDE4188-EE99-4496-A650-00FF46A4C0A2}" type="parTrans" cxnId="{9D688AD9-2619-4373-8E63-679D3CAE8AC6}">
      <dgm:prSet/>
      <dgm:spPr/>
      <dgm:t>
        <a:bodyPr/>
        <a:lstStyle/>
        <a:p>
          <a:pPr>
            <a:lnSpc>
              <a:spcPct val="100000"/>
            </a:lnSpc>
          </a:pPr>
          <a:endParaRPr lang="en-IN" sz="1800"/>
        </a:p>
      </dgm:t>
    </dgm:pt>
    <dgm:pt modelId="{E322D1AB-B61F-4AF9-B2BF-458791F4D5FC}" type="sibTrans" cxnId="{9D688AD9-2619-4373-8E63-679D3CAE8AC6}">
      <dgm:prSet/>
      <dgm:spPr/>
      <dgm:t>
        <a:bodyPr/>
        <a:lstStyle/>
        <a:p>
          <a:pPr>
            <a:lnSpc>
              <a:spcPct val="100000"/>
            </a:lnSpc>
          </a:pPr>
          <a:endParaRPr lang="en-IN" sz="1800"/>
        </a:p>
      </dgm:t>
    </dgm:pt>
    <dgm:pt modelId="{C4E070C8-CE93-4668-A36D-B50444B429AA}" type="pres">
      <dgm:prSet presAssocID="{F7CE531F-C60D-40CC-870C-DA9F2AA1F6F0}" presName="Name0" presStyleCnt="0">
        <dgm:presLayoutVars>
          <dgm:chMax/>
          <dgm:chPref val="3"/>
          <dgm:dir/>
          <dgm:animOne val="branch"/>
          <dgm:animLvl val="lvl"/>
        </dgm:presLayoutVars>
      </dgm:prSet>
      <dgm:spPr/>
    </dgm:pt>
    <dgm:pt modelId="{62359959-0A08-4092-8506-AAC56116029D}" type="pres">
      <dgm:prSet presAssocID="{E3259A78-440A-478F-9598-38AC866BB20E}" presName="composite" presStyleCnt="0"/>
      <dgm:spPr/>
    </dgm:pt>
    <dgm:pt modelId="{6D213076-F436-4F01-97B8-9C37FE8BD581}" type="pres">
      <dgm:prSet presAssocID="{E3259A78-440A-478F-9598-38AC866BB20E}" presName="FirstChild" presStyleLbl="revTx" presStyleIdx="0" presStyleCnt="4">
        <dgm:presLayoutVars>
          <dgm:chMax val="0"/>
          <dgm:chPref val="0"/>
          <dgm:bulletEnabled val="1"/>
        </dgm:presLayoutVars>
      </dgm:prSet>
      <dgm:spPr/>
    </dgm:pt>
    <dgm:pt modelId="{E178C199-9D9E-409C-BA71-063C0F0C1B49}" type="pres">
      <dgm:prSet presAssocID="{E3259A78-440A-478F-9598-38AC866BB20E}" presName="Parent" presStyleLbl="alignNode1" presStyleIdx="0" presStyleCnt="4" custLinFactNeighborY="-88">
        <dgm:presLayoutVars>
          <dgm:chMax val="3"/>
          <dgm:chPref val="3"/>
          <dgm:bulletEnabled val="1"/>
        </dgm:presLayoutVars>
      </dgm:prSet>
      <dgm:spPr/>
    </dgm:pt>
    <dgm:pt modelId="{4AF5A35B-EEEB-4725-8471-8C9A5E64E53B}" type="pres">
      <dgm:prSet presAssocID="{E3259A78-440A-478F-9598-38AC866BB20E}" presName="Accent" presStyleLbl="parChTrans1D1" presStyleIdx="0" presStyleCnt="4"/>
      <dgm:spPr/>
    </dgm:pt>
    <dgm:pt modelId="{1D8E92CD-AA96-4E71-8C69-A85D250B4057}" type="pres">
      <dgm:prSet presAssocID="{512996A0-342B-48D2-A13A-1703D6BF8303}" presName="sibTrans" presStyleCnt="0"/>
      <dgm:spPr/>
    </dgm:pt>
    <dgm:pt modelId="{9D9EA74C-46B4-4A30-A029-33EAA646CC27}" type="pres">
      <dgm:prSet presAssocID="{2E557CD3-7005-4E92-9CED-5F9CDFE0AEAD}" presName="composite" presStyleCnt="0"/>
      <dgm:spPr/>
    </dgm:pt>
    <dgm:pt modelId="{290BDF26-2EC5-4815-85C8-16D1BF179BE2}" type="pres">
      <dgm:prSet presAssocID="{2E557CD3-7005-4E92-9CED-5F9CDFE0AEAD}" presName="FirstChild" presStyleLbl="revTx" presStyleIdx="1" presStyleCnt="4">
        <dgm:presLayoutVars>
          <dgm:chMax val="0"/>
          <dgm:chPref val="0"/>
          <dgm:bulletEnabled val="1"/>
        </dgm:presLayoutVars>
      </dgm:prSet>
      <dgm:spPr/>
    </dgm:pt>
    <dgm:pt modelId="{111A4E80-87EC-44F8-BCE1-80B6196ACC5F}" type="pres">
      <dgm:prSet presAssocID="{2E557CD3-7005-4E92-9CED-5F9CDFE0AEAD}" presName="Parent" presStyleLbl="alignNode1" presStyleIdx="1" presStyleCnt="4">
        <dgm:presLayoutVars>
          <dgm:chMax val="3"/>
          <dgm:chPref val="3"/>
          <dgm:bulletEnabled val="1"/>
        </dgm:presLayoutVars>
      </dgm:prSet>
      <dgm:spPr/>
    </dgm:pt>
    <dgm:pt modelId="{DBEE4C44-C9E2-4D3F-880D-B1989412D072}" type="pres">
      <dgm:prSet presAssocID="{2E557CD3-7005-4E92-9CED-5F9CDFE0AEAD}" presName="Accent" presStyleLbl="parChTrans1D1" presStyleIdx="1" presStyleCnt="4"/>
      <dgm:spPr/>
    </dgm:pt>
    <dgm:pt modelId="{E817CE30-4A42-4B77-8A9B-B1970B5E5157}" type="pres">
      <dgm:prSet presAssocID="{BDBC260F-7892-4F8B-A6BB-91C09EC9F623}" presName="sibTrans" presStyleCnt="0"/>
      <dgm:spPr/>
    </dgm:pt>
    <dgm:pt modelId="{F9187748-7BF2-4024-95E2-42A2F9363747}" type="pres">
      <dgm:prSet presAssocID="{0489A753-5A96-405C-A6A5-45556A8245A3}" presName="composite" presStyleCnt="0"/>
      <dgm:spPr/>
    </dgm:pt>
    <dgm:pt modelId="{52FE5131-A79B-46B0-8D3F-7BC3534C6F8B}" type="pres">
      <dgm:prSet presAssocID="{0489A753-5A96-405C-A6A5-45556A8245A3}" presName="FirstChild" presStyleLbl="revTx" presStyleIdx="2" presStyleCnt="4">
        <dgm:presLayoutVars>
          <dgm:chMax val="0"/>
          <dgm:chPref val="0"/>
          <dgm:bulletEnabled val="1"/>
        </dgm:presLayoutVars>
      </dgm:prSet>
      <dgm:spPr/>
    </dgm:pt>
    <dgm:pt modelId="{75AEFB2D-849B-4C08-8674-987451DA770D}" type="pres">
      <dgm:prSet presAssocID="{0489A753-5A96-405C-A6A5-45556A8245A3}" presName="Parent" presStyleLbl="alignNode1" presStyleIdx="2" presStyleCnt="4">
        <dgm:presLayoutVars>
          <dgm:chMax val="3"/>
          <dgm:chPref val="3"/>
          <dgm:bulletEnabled val="1"/>
        </dgm:presLayoutVars>
      </dgm:prSet>
      <dgm:spPr/>
    </dgm:pt>
    <dgm:pt modelId="{D1692E26-B20C-4433-9A67-2FA9286FDFC6}" type="pres">
      <dgm:prSet presAssocID="{0489A753-5A96-405C-A6A5-45556A8245A3}" presName="Accent" presStyleLbl="parChTrans1D1" presStyleIdx="2" presStyleCnt="4"/>
      <dgm:spPr/>
    </dgm:pt>
    <dgm:pt modelId="{4D1A289F-1D76-4472-87A0-9C229D94708C}" type="pres">
      <dgm:prSet presAssocID="{EB72F9F6-0310-4EA8-BC5C-62AF40950DC2}" presName="sibTrans" presStyleCnt="0"/>
      <dgm:spPr/>
    </dgm:pt>
    <dgm:pt modelId="{A8AAC26E-BCD3-4FBB-B144-A25D9A547E4C}" type="pres">
      <dgm:prSet presAssocID="{997AEC1A-24F8-4042-8E5B-7CBFADCF805C}" presName="composite" presStyleCnt="0"/>
      <dgm:spPr/>
    </dgm:pt>
    <dgm:pt modelId="{C7496A29-58E6-48A1-A623-30A1AD1C461B}" type="pres">
      <dgm:prSet presAssocID="{997AEC1A-24F8-4042-8E5B-7CBFADCF805C}" presName="FirstChild" presStyleLbl="revTx" presStyleIdx="3" presStyleCnt="4">
        <dgm:presLayoutVars>
          <dgm:chMax val="0"/>
          <dgm:chPref val="0"/>
          <dgm:bulletEnabled val="1"/>
        </dgm:presLayoutVars>
      </dgm:prSet>
      <dgm:spPr/>
    </dgm:pt>
    <dgm:pt modelId="{4D9EB39F-DF54-41AC-8633-2D40986173CD}" type="pres">
      <dgm:prSet presAssocID="{997AEC1A-24F8-4042-8E5B-7CBFADCF805C}" presName="Parent" presStyleLbl="alignNode1" presStyleIdx="3" presStyleCnt="4">
        <dgm:presLayoutVars>
          <dgm:chMax val="3"/>
          <dgm:chPref val="3"/>
          <dgm:bulletEnabled val="1"/>
        </dgm:presLayoutVars>
      </dgm:prSet>
      <dgm:spPr/>
    </dgm:pt>
    <dgm:pt modelId="{58D27B45-E04D-4D7A-B1A5-BC06D53BEF33}" type="pres">
      <dgm:prSet presAssocID="{997AEC1A-24F8-4042-8E5B-7CBFADCF805C}" presName="Accent" presStyleLbl="parChTrans1D1" presStyleIdx="3" presStyleCnt="4"/>
      <dgm:spPr/>
    </dgm:pt>
  </dgm:ptLst>
  <dgm:cxnLst>
    <dgm:cxn modelId="{F913F615-1473-4912-B69C-8C9DEE36814D}" type="presOf" srcId="{E3259A78-440A-478F-9598-38AC866BB20E}" destId="{E178C199-9D9E-409C-BA71-063C0F0C1B49}" srcOrd="0" destOrd="0" presId="urn:microsoft.com/office/officeart/2011/layout/TabList"/>
    <dgm:cxn modelId="{3060F91D-0714-40E9-9E59-CE09187EAC5C}" srcId="{997AEC1A-24F8-4042-8E5B-7CBFADCF805C}" destId="{710EFD8D-3ADE-4152-8F5C-8BCD449824AA}" srcOrd="0" destOrd="0" parTransId="{69ED388F-6C7D-4DCF-A77E-7A06E037FC6A}" sibTransId="{19BE3912-EE7D-4ABB-B4CA-2A49664B6851}"/>
    <dgm:cxn modelId="{83E9EA34-2251-4374-BFFF-4A5BD36CBEEB}" srcId="{F7CE531F-C60D-40CC-870C-DA9F2AA1F6F0}" destId="{E3259A78-440A-478F-9598-38AC866BB20E}" srcOrd="0" destOrd="0" parTransId="{E0C6B8CA-82E5-441B-862B-577AD47D4F3C}" sibTransId="{512996A0-342B-48D2-A13A-1703D6BF8303}"/>
    <dgm:cxn modelId="{ACB68039-3A51-4CF1-8187-D16F25C89045}" type="presOf" srcId="{710EFD8D-3ADE-4152-8F5C-8BCD449824AA}" destId="{C7496A29-58E6-48A1-A623-30A1AD1C461B}" srcOrd="0" destOrd="0" presId="urn:microsoft.com/office/officeart/2011/layout/TabList"/>
    <dgm:cxn modelId="{E151945D-EB87-410A-8823-ECB4C9F49EB7}" srcId="{F7CE531F-C60D-40CC-870C-DA9F2AA1F6F0}" destId="{2E557CD3-7005-4E92-9CED-5F9CDFE0AEAD}" srcOrd="1" destOrd="0" parTransId="{7ECA8F87-0B54-4F70-8E9A-3FDF0C21C645}" sibTransId="{BDBC260F-7892-4F8B-A6BB-91C09EC9F623}"/>
    <dgm:cxn modelId="{AB91D653-759F-4C01-8D69-329A14997CA5}" type="presOf" srcId="{D5CFC8B3-8118-4144-893A-621DD48E08B0}" destId="{290BDF26-2EC5-4815-85C8-16D1BF179BE2}" srcOrd="0" destOrd="0" presId="urn:microsoft.com/office/officeart/2011/layout/TabList"/>
    <dgm:cxn modelId="{50957275-7A18-4212-9F04-CE20D9317263}" type="presOf" srcId="{2E557CD3-7005-4E92-9CED-5F9CDFE0AEAD}" destId="{111A4E80-87EC-44F8-BCE1-80B6196ACC5F}" srcOrd="0" destOrd="0" presId="urn:microsoft.com/office/officeart/2011/layout/TabList"/>
    <dgm:cxn modelId="{69BBD555-3B10-4008-AFDD-EAB85E64B350}" srcId="{2E557CD3-7005-4E92-9CED-5F9CDFE0AEAD}" destId="{D5CFC8B3-8118-4144-893A-621DD48E08B0}" srcOrd="0" destOrd="0" parTransId="{042BB32B-085B-42FA-816B-F8C050380DDC}" sibTransId="{E2E01C22-BF2E-4C92-8957-0E5B32D34374}"/>
    <dgm:cxn modelId="{1C2ADA75-D874-4296-953F-C770E9AD95F6}" srcId="{E3259A78-440A-478F-9598-38AC866BB20E}" destId="{197E2EB1-1FEB-4684-A8DE-E004338EA640}" srcOrd="0" destOrd="0" parTransId="{0A0E9973-0661-454A-8BC5-2639AD068751}" sibTransId="{9AC62A30-A05B-4983-8EB4-F07924D16DEC}"/>
    <dgm:cxn modelId="{EE2FF27F-EECF-4942-985A-6B6A8C7C088D}" srcId="{0489A753-5A96-405C-A6A5-45556A8245A3}" destId="{529FBA38-4E36-4012-9B26-5C8238EC8FDC}" srcOrd="0" destOrd="0" parTransId="{A7639898-41D9-4A27-BEE4-26FCA2C4B1D0}" sibTransId="{7E70207A-D3FB-4FD0-8634-570CE6C42162}"/>
    <dgm:cxn modelId="{3A1EFB80-5DE2-49B5-94BB-C9D1CD213BF7}" type="presOf" srcId="{997AEC1A-24F8-4042-8E5B-7CBFADCF805C}" destId="{4D9EB39F-DF54-41AC-8633-2D40986173CD}" srcOrd="0" destOrd="0" presId="urn:microsoft.com/office/officeart/2011/layout/TabList"/>
    <dgm:cxn modelId="{36159B81-5AB7-4E43-B4CE-0AC95E831D20}" type="presOf" srcId="{0489A753-5A96-405C-A6A5-45556A8245A3}" destId="{75AEFB2D-849B-4C08-8674-987451DA770D}" srcOrd="0" destOrd="0" presId="urn:microsoft.com/office/officeart/2011/layout/TabList"/>
    <dgm:cxn modelId="{CBDE5F98-040B-466B-B8E0-4E267395FE2C}" srcId="{F7CE531F-C60D-40CC-870C-DA9F2AA1F6F0}" destId="{0489A753-5A96-405C-A6A5-45556A8245A3}" srcOrd="2" destOrd="0" parTransId="{2B8107EF-9AE7-4314-B572-2FF37AF97F4F}" sibTransId="{EB72F9F6-0310-4EA8-BC5C-62AF40950DC2}"/>
    <dgm:cxn modelId="{18AC9C9D-4389-4866-817A-B33B8705EE41}" type="presOf" srcId="{529FBA38-4E36-4012-9B26-5C8238EC8FDC}" destId="{52FE5131-A79B-46B0-8D3F-7BC3534C6F8B}" srcOrd="0" destOrd="0" presId="urn:microsoft.com/office/officeart/2011/layout/TabList"/>
    <dgm:cxn modelId="{9D688AD9-2619-4373-8E63-679D3CAE8AC6}" srcId="{F7CE531F-C60D-40CC-870C-DA9F2AA1F6F0}" destId="{997AEC1A-24F8-4042-8E5B-7CBFADCF805C}" srcOrd="3" destOrd="0" parTransId="{EEDE4188-EE99-4496-A650-00FF46A4C0A2}" sibTransId="{E322D1AB-B61F-4AF9-B2BF-458791F4D5FC}"/>
    <dgm:cxn modelId="{187251EF-2335-46B8-B31D-D074346B6F92}" type="presOf" srcId="{F7CE531F-C60D-40CC-870C-DA9F2AA1F6F0}" destId="{C4E070C8-CE93-4668-A36D-B50444B429AA}" srcOrd="0" destOrd="0" presId="urn:microsoft.com/office/officeart/2011/layout/TabList"/>
    <dgm:cxn modelId="{BBA1EAF4-DBE6-4D8B-A645-60710FEC4298}" type="presOf" srcId="{197E2EB1-1FEB-4684-A8DE-E004338EA640}" destId="{6D213076-F436-4F01-97B8-9C37FE8BD581}" srcOrd="0" destOrd="0" presId="urn:microsoft.com/office/officeart/2011/layout/TabList"/>
    <dgm:cxn modelId="{A4BA2F8B-FD4C-47E5-AA62-DAD620FEA3F3}" type="presParOf" srcId="{C4E070C8-CE93-4668-A36D-B50444B429AA}" destId="{62359959-0A08-4092-8506-AAC56116029D}" srcOrd="0" destOrd="0" presId="urn:microsoft.com/office/officeart/2011/layout/TabList"/>
    <dgm:cxn modelId="{6402766B-2C3F-4626-9851-2158FD6A94FB}" type="presParOf" srcId="{62359959-0A08-4092-8506-AAC56116029D}" destId="{6D213076-F436-4F01-97B8-9C37FE8BD581}" srcOrd="0" destOrd="0" presId="urn:microsoft.com/office/officeart/2011/layout/TabList"/>
    <dgm:cxn modelId="{C34A5C1E-A309-4FC4-9C42-271768A9AD0A}" type="presParOf" srcId="{62359959-0A08-4092-8506-AAC56116029D}" destId="{E178C199-9D9E-409C-BA71-063C0F0C1B49}" srcOrd="1" destOrd="0" presId="urn:microsoft.com/office/officeart/2011/layout/TabList"/>
    <dgm:cxn modelId="{3E4D9832-1939-4553-AF1D-94434EE324C9}" type="presParOf" srcId="{62359959-0A08-4092-8506-AAC56116029D}" destId="{4AF5A35B-EEEB-4725-8471-8C9A5E64E53B}" srcOrd="2" destOrd="0" presId="urn:microsoft.com/office/officeart/2011/layout/TabList"/>
    <dgm:cxn modelId="{02D79958-73CD-4C71-B5B8-27C98FE03EC7}" type="presParOf" srcId="{C4E070C8-CE93-4668-A36D-B50444B429AA}" destId="{1D8E92CD-AA96-4E71-8C69-A85D250B4057}" srcOrd="1" destOrd="0" presId="urn:microsoft.com/office/officeart/2011/layout/TabList"/>
    <dgm:cxn modelId="{76B1BD0B-44FE-4B4D-ACF2-9355A17E5A61}" type="presParOf" srcId="{C4E070C8-CE93-4668-A36D-B50444B429AA}" destId="{9D9EA74C-46B4-4A30-A029-33EAA646CC27}" srcOrd="2" destOrd="0" presId="urn:microsoft.com/office/officeart/2011/layout/TabList"/>
    <dgm:cxn modelId="{DAA9ED99-B3F1-4A23-92C4-A722E3E167B7}" type="presParOf" srcId="{9D9EA74C-46B4-4A30-A029-33EAA646CC27}" destId="{290BDF26-2EC5-4815-85C8-16D1BF179BE2}" srcOrd="0" destOrd="0" presId="urn:microsoft.com/office/officeart/2011/layout/TabList"/>
    <dgm:cxn modelId="{349693D1-1716-4D83-A752-BAEAD9D263A8}" type="presParOf" srcId="{9D9EA74C-46B4-4A30-A029-33EAA646CC27}" destId="{111A4E80-87EC-44F8-BCE1-80B6196ACC5F}" srcOrd="1" destOrd="0" presId="urn:microsoft.com/office/officeart/2011/layout/TabList"/>
    <dgm:cxn modelId="{6598617A-0611-4E00-AA05-12C45154D8CA}" type="presParOf" srcId="{9D9EA74C-46B4-4A30-A029-33EAA646CC27}" destId="{DBEE4C44-C9E2-4D3F-880D-B1989412D072}" srcOrd="2" destOrd="0" presId="urn:microsoft.com/office/officeart/2011/layout/TabList"/>
    <dgm:cxn modelId="{F1C43365-EC28-48D1-B365-BC311E44A841}" type="presParOf" srcId="{C4E070C8-CE93-4668-A36D-B50444B429AA}" destId="{E817CE30-4A42-4B77-8A9B-B1970B5E5157}" srcOrd="3" destOrd="0" presId="urn:microsoft.com/office/officeart/2011/layout/TabList"/>
    <dgm:cxn modelId="{E1058A6F-3664-48AE-8C2C-46409AE05C17}" type="presParOf" srcId="{C4E070C8-CE93-4668-A36D-B50444B429AA}" destId="{F9187748-7BF2-4024-95E2-42A2F9363747}" srcOrd="4" destOrd="0" presId="urn:microsoft.com/office/officeart/2011/layout/TabList"/>
    <dgm:cxn modelId="{E2310E9D-123F-4A7B-94C1-506AC7DCA0D9}" type="presParOf" srcId="{F9187748-7BF2-4024-95E2-42A2F9363747}" destId="{52FE5131-A79B-46B0-8D3F-7BC3534C6F8B}" srcOrd="0" destOrd="0" presId="urn:microsoft.com/office/officeart/2011/layout/TabList"/>
    <dgm:cxn modelId="{E4789788-8114-45E9-8F6D-37C7A98DC9C4}" type="presParOf" srcId="{F9187748-7BF2-4024-95E2-42A2F9363747}" destId="{75AEFB2D-849B-4C08-8674-987451DA770D}" srcOrd="1" destOrd="0" presId="urn:microsoft.com/office/officeart/2011/layout/TabList"/>
    <dgm:cxn modelId="{CA594516-1A13-48DA-BCC3-AC6926158F23}" type="presParOf" srcId="{F9187748-7BF2-4024-95E2-42A2F9363747}" destId="{D1692E26-B20C-4433-9A67-2FA9286FDFC6}" srcOrd="2" destOrd="0" presId="urn:microsoft.com/office/officeart/2011/layout/TabList"/>
    <dgm:cxn modelId="{E15EC6F1-EFB9-4E82-A6FB-7219DCB5DF36}" type="presParOf" srcId="{C4E070C8-CE93-4668-A36D-B50444B429AA}" destId="{4D1A289F-1D76-4472-87A0-9C229D94708C}" srcOrd="5" destOrd="0" presId="urn:microsoft.com/office/officeart/2011/layout/TabList"/>
    <dgm:cxn modelId="{139C5CF6-2E62-4118-B033-118CF3026846}" type="presParOf" srcId="{C4E070C8-CE93-4668-A36D-B50444B429AA}" destId="{A8AAC26E-BCD3-4FBB-B144-A25D9A547E4C}" srcOrd="6" destOrd="0" presId="urn:microsoft.com/office/officeart/2011/layout/TabList"/>
    <dgm:cxn modelId="{BA8A0A40-836B-4320-8B7E-FA4247234D90}" type="presParOf" srcId="{A8AAC26E-BCD3-4FBB-B144-A25D9A547E4C}" destId="{C7496A29-58E6-48A1-A623-30A1AD1C461B}" srcOrd="0" destOrd="0" presId="urn:microsoft.com/office/officeart/2011/layout/TabList"/>
    <dgm:cxn modelId="{B41A2BE2-C14D-4B25-A046-E039B3D3AB6E}" type="presParOf" srcId="{A8AAC26E-BCD3-4FBB-B144-A25D9A547E4C}" destId="{4D9EB39F-DF54-41AC-8633-2D40986173CD}" srcOrd="1" destOrd="0" presId="urn:microsoft.com/office/officeart/2011/layout/TabList"/>
    <dgm:cxn modelId="{279CC590-8CD7-476B-8B58-E498C22A5836}" type="presParOf" srcId="{A8AAC26E-BCD3-4FBB-B144-A25D9A547E4C}" destId="{58D27B45-E04D-4D7A-B1A5-BC06D53BEF33}"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BC5882-CB78-4FA3-83CF-0D3351F15DAA}"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IN"/>
        </a:p>
      </dgm:t>
    </dgm:pt>
    <dgm:pt modelId="{49AFE04C-D39D-483C-94DD-1831DBF44C15}">
      <dgm:prSet phldrT="[Text]" phldr="0" custT="1"/>
      <dgm:spPr/>
      <dgm:t>
        <a:bodyPr/>
        <a:lstStyle/>
        <a:p>
          <a:pPr algn="l"/>
          <a:r>
            <a:rPr lang="en-US" sz="1800" b="1" u="sng" dirty="0"/>
            <a:t>1.</a:t>
          </a:r>
          <a:r>
            <a:rPr lang="en-US" sz="1800" u="sng" dirty="0"/>
            <a:t> </a:t>
          </a:r>
          <a:r>
            <a:rPr kumimoji="0" lang="en-US" altLang="en-US" sz="18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Cloud Persistence</a:t>
          </a:r>
          <a:endParaRPr lang="en-IN" sz="1800" u="sng" dirty="0"/>
        </a:p>
      </dgm:t>
    </dgm:pt>
    <dgm:pt modelId="{61441DDF-D673-4459-A183-ADE6050070DE}" type="parTrans" cxnId="{58995EAA-AD06-4EDD-8C7A-E55BE17A1480}">
      <dgm:prSet/>
      <dgm:spPr/>
      <dgm:t>
        <a:bodyPr/>
        <a:lstStyle/>
        <a:p>
          <a:endParaRPr lang="en-IN"/>
        </a:p>
      </dgm:t>
    </dgm:pt>
    <dgm:pt modelId="{18B46888-7E42-4E80-8CF9-2DD8BA904962}" type="sibTrans" cxnId="{58995EAA-AD06-4EDD-8C7A-E55BE17A1480}">
      <dgm:prSet/>
      <dgm:spPr/>
      <dgm:t>
        <a:bodyPr/>
        <a:lstStyle/>
        <a:p>
          <a:endParaRPr lang="en-IN"/>
        </a:p>
      </dgm:t>
    </dgm:pt>
    <dgm:pt modelId="{B72D8A9F-9F30-4780-B8FD-1B2BC32F4D9C}">
      <dgm:prSet phldrT="[Text]" custT="1"/>
      <dgm:spPr>
        <a:solidFill>
          <a:schemeClr val="accent1">
            <a:lumMod val="60000"/>
            <a:lumOff val="40000"/>
          </a:schemeClr>
        </a:solidFill>
      </dgm:spPr>
      <dgm:t>
        <a:bodyPr/>
        <a:lstStyle/>
        <a:p>
          <a:pPr>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Utilizing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Firebase Realtime Database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instant syncing of</a:t>
          </a:r>
          <a:endParaRPr lang="en-IN" sz="1800" dirty="0"/>
        </a:p>
      </dgm:t>
    </dgm:pt>
    <dgm:pt modelId="{DA5F01F8-6552-4092-A336-7D63A2289877}" type="parTrans" cxnId="{36B58C4B-280F-4DC1-BC6D-6591D6F28873}">
      <dgm:prSet/>
      <dgm:spPr/>
      <dgm:t>
        <a:bodyPr/>
        <a:lstStyle/>
        <a:p>
          <a:endParaRPr lang="en-IN"/>
        </a:p>
      </dgm:t>
    </dgm:pt>
    <dgm:pt modelId="{24797778-D2BB-468C-A6F8-A371D0700061}" type="sibTrans" cxnId="{36B58C4B-280F-4DC1-BC6D-6591D6F28873}">
      <dgm:prSet/>
      <dgm:spPr/>
      <dgm:t>
        <a:bodyPr/>
        <a:lstStyle/>
        <a:p>
          <a:endParaRPr lang="en-IN"/>
        </a:p>
      </dgm:t>
    </dgm:pt>
    <dgm:pt modelId="{37EF23D7-E2B6-41F1-82DB-8F220927E332}">
      <dgm:prSet phldrT="[Text]" phldr="0" custT="1"/>
      <dgm:spPr/>
      <dgm:t>
        <a:bodyPr/>
        <a:lstStyle/>
        <a:p>
          <a:pPr algn="l"/>
          <a:r>
            <a:rPr lang="en-US" sz="1800" b="1" u="sng" dirty="0"/>
            <a:t>2. </a:t>
          </a:r>
          <a:r>
            <a:rPr kumimoji="0" lang="en-US" altLang="en-US" sz="18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 Access</a:t>
          </a:r>
          <a:endParaRPr lang="en-IN" sz="1800" u="sng" dirty="0"/>
        </a:p>
      </dgm:t>
    </dgm:pt>
    <dgm:pt modelId="{585687BC-3F40-4F41-8CA7-92FDC6C3C36F}" type="parTrans" cxnId="{F181DAA8-2978-480C-91E5-4518912CF108}">
      <dgm:prSet/>
      <dgm:spPr/>
      <dgm:t>
        <a:bodyPr/>
        <a:lstStyle/>
        <a:p>
          <a:endParaRPr lang="en-IN"/>
        </a:p>
      </dgm:t>
    </dgm:pt>
    <dgm:pt modelId="{809C5DC2-7168-4CD1-BBC2-D1D2E05F20D4}" type="sibTrans" cxnId="{F181DAA8-2978-480C-91E5-4518912CF108}">
      <dgm:prSet/>
      <dgm:spPr/>
      <dgm:t>
        <a:bodyPr/>
        <a:lstStyle/>
        <a:p>
          <a:endParaRPr lang="en-IN"/>
        </a:p>
      </dgm:t>
    </dgm:pt>
    <dgm:pt modelId="{F59AEA4D-F2E5-46CF-A2E3-DCAF2E4AB8C8}">
      <dgm:prSet phldrT="[Text]" custT="1"/>
      <dgm:spPr>
        <a:solidFill>
          <a:schemeClr val="accent1">
            <a:lumMod val="60000"/>
            <a:lumOff val="40000"/>
          </a:schemeClr>
        </a:solidFill>
      </dgm:spPr>
      <dgm:t>
        <a:bodyPr/>
        <a:lstStyle/>
        <a:p>
          <a:pPr>
            <a:buNone/>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Firebase Authentication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robust, encrypted user</a:t>
          </a:r>
          <a:endParaRPr lang="en-IN" sz="1800" dirty="0"/>
        </a:p>
      </dgm:t>
    </dgm:pt>
    <dgm:pt modelId="{9B159FD3-6716-4528-8705-775614F270F4}" type="parTrans" cxnId="{C648AC10-A2F4-4B4D-B16F-C4FF6B93EB89}">
      <dgm:prSet/>
      <dgm:spPr/>
      <dgm:t>
        <a:bodyPr/>
        <a:lstStyle/>
        <a:p>
          <a:endParaRPr lang="en-IN"/>
        </a:p>
      </dgm:t>
    </dgm:pt>
    <dgm:pt modelId="{3EFCF0C2-C411-43FA-A3B2-8959C88A5823}" type="sibTrans" cxnId="{C648AC10-A2F4-4B4D-B16F-C4FF6B93EB89}">
      <dgm:prSet/>
      <dgm:spPr/>
      <dgm:t>
        <a:bodyPr/>
        <a:lstStyle/>
        <a:p>
          <a:endParaRPr lang="en-IN"/>
        </a:p>
      </dgm:t>
    </dgm:pt>
    <dgm:pt modelId="{E81D6A8E-FD09-41AA-A491-F154A443DCFC}">
      <dgm:prSet phldrT="[Text]" custT="1"/>
      <dgm:spPr/>
      <dgm:t>
        <a:bodyPr/>
        <a:lstStyle/>
        <a:p>
          <a:pPr algn="l">
            <a:buClrTx/>
            <a:buSzTx/>
            <a:buFontTx/>
            <a:buChar char="•"/>
          </a:pPr>
          <a:r>
            <a:rPr lang="en-US" sz="1800" b="1" u="sng" dirty="0"/>
            <a:t>3. </a:t>
          </a:r>
          <a:r>
            <a:rPr kumimoji="0" lang="en-US" altLang="en-US" sz="18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Modeling</a:t>
          </a:r>
          <a:endParaRPr lang="en-IN" sz="1800" u="sng" dirty="0"/>
        </a:p>
      </dgm:t>
    </dgm:pt>
    <dgm:pt modelId="{578D7816-A535-41D7-A824-7206D6FBD51E}" type="parTrans" cxnId="{ED54ECD3-E499-4495-A0FF-0E6C720C1BA1}">
      <dgm:prSet/>
      <dgm:spPr/>
      <dgm:t>
        <a:bodyPr/>
        <a:lstStyle/>
        <a:p>
          <a:endParaRPr lang="en-IN"/>
        </a:p>
      </dgm:t>
    </dgm:pt>
    <dgm:pt modelId="{AE9F63C3-EF3B-44CB-9C82-18ED1ACDC053}" type="sibTrans" cxnId="{ED54ECD3-E499-4495-A0FF-0E6C720C1BA1}">
      <dgm:prSet/>
      <dgm:spPr/>
      <dgm:t>
        <a:bodyPr/>
        <a:lstStyle/>
        <a:p>
          <a:endParaRPr lang="en-IN"/>
        </a:p>
      </dgm:t>
    </dgm:pt>
    <dgm:pt modelId="{FB854583-F921-4A1B-8674-63FEB9C9F402}">
      <dgm:prSet custT="1"/>
      <dgm:spPr>
        <a:solidFill>
          <a:schemeClr val="accent1">
            <a:lumMod val="60000"/>
            <a:lumOff val="40000"/>
          </a:schemeClr>
        </a:solidFill>
      </dgm:spPr>
      <dgm:t>
        <a:bodyPr/>
        <a:lstStyle/>
        <a:p>
          <a:pPr>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Structured JSON schemas that store BMI, clinical scores,</a:t>
          </a:r>
          <a:endParaRPr lang="en-IN" sz="1800" dirty="0"/>
        </a:p>
      </dgm:t>
    </dgm:pt>
    <dgm:pt modelId="{02DBB88F-61D2-48C3-8671-EEB103B9628F}" type="parTrans" cxnId="{861D1B1F-1CE0-4648-9AC7-2F83B6D1350A}">
      <dgm:prSet/>
      <dgm:spPr/>
      <dgm:t>
        <a:bodyPr/>
        <a:lstStyle/>
        <a:p>
          <a:endParaRPr lang="en-IN"/>
        </a:p>
      </dgm:t>
    </dgm:pt>
    <dgm:pt modelId="{CC89678F-DB9C-42F8-839A-5F2BE15DB171}" type="sibTrans" cxnId="{861D1B1F-1CE0-4648-9AC7-2F83B6D1350A}">
      <dgm:prSet/>
      <dgm:spPr/>
      <dgm:t>
        <a:bodyPr/>
        <a:lstStyle/>
        <a:p>
          <a:endParaRPr lang="en-IN"/>
        </a:p>
      </dgm:t>
    </dgm:pt>
    <dgm:pt modelId="{6F4384E3-6C6C-4CC9-A548-C94BADE7C9D3}">
      <dgm:prSet custT="1"/>
      <dgm:spPr/>
      <dgm:t>
        <a:bodyPr/>
        <a:lstStyle/>
        <a:p>
          <a:pPr algn="l"/>
          <a:r>
            <a:rPr lang="en-US" sz="1800" b="1" u="sng" dirty="0"/>
            <a:t>4. </a:t>
          </a:r>
          <a:r>
            <a:rPr kumimoji="0" lang="en-US" altLang="en-US" sz="18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Scalability</a:t>
          </a:r>
          <a:endParaRPr lang="en-IN" sz="1800" u="sng" dirty="0"/>
        </a:p>
      </dgm:t>
    </dgm:pt>
    <dgm:pt modelId="{71AB671D-51A8-4621-9546-EAE63732B078}" type="parTrans" cxnId="{F3A8FB66-8F12-457E-AF3D-9AC7EE57621B}">
      <dgm:prSet/>
      <dgm:spPr/>
      <dgm:t>
        <a:bodyPr/>
        <a:lstStyle/>
        <a:p>
          <a:endParaRPr lang="en-IN"/>
        </a:p>
      </dgm:t>
    </dgm:pt>
    <dgm:pt modelId="{A8F351FE-2E16-4F79-A105-327FC6D08BD7}" type="sibTrans" cxnId="{F3A8FB66-8F12-457E-AF3D-9AC7EE57621B}">
      <dgm:prSet/>
      <dgm:spPr/>
      <dgm:t>
        <a:bodyPr/>
        <a:lstStyle/>
        <a:p>
          <a:endParaRPr lang="en-IN"/>
        </a:p>
      </dgm:t>
    </dgm:pt>
    <dgm:pt modelId="{B7E7B4C1-B37B-4F4B-A90B-4DDD57A11F7C}">
      <dgm:prSet custT="1"/>
      <dgm:spPr>
        <a:solidFill>
          <a:schemeClr val="accent1">
            <a:lumMod val="60000"/>
            <a:lumOff val="40000"/>
          </a:schemeClr>
        </a:solidFill>
      </dgm:spPr>
      <dgm:t>
        <a:bodyPr/>
        <a:lstStyle/>
        <a:p>
          <a:pPr algn="l">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Serverless architecture capable of handling thousands of</a:t>
          </a:r>
          <a:endParaRPr lang="en-IN" sz="1800" dirty="0"/>
        </a:p>
      </dgm:t>
    </dgm:pt>
    <dgm:pt modelId="{3A22FCF2-1762-4EBF-8454-601072795F6F}" type="parTrans" cxnId="{8090DFB1-10EE-466A-8E87-290135FBD606}">
      <dgm:prSet/>
      <dgm:spPr/>
      <dgm:t>
        <a:bodyPr/>
        <a:lstStyle/>
        <a:p>
          <a:endParaRPr lang="en-IN"/>
        </a:p>
      </dgm:t>
    </dgm:pt>
    <dgm:pt modelId="{AAC10C14-BF14-4EFD-82D0-E06B6E0BE5C1}" type="sibTrans" cxnId="{8090DFB1-10EE-466A-8E87-290135FBD606}">
      <dgm:prSet/>
      <dgm:spPr/>
      <dgm:t>
        <a:bodyPr/>
        <a:lstStyle/>
        <a:p>
          <a:endParaRPr lang="en-IN"/>
        </a:p>
      </dgm:t>
    </dgm:pt>
    <dgm:pt modelId="{AFBB308B-2B84-4393-84F0-19546AA5FD66}">
      <dgm:prSet phldrT="[Text]" custT="1"/>
      <dgm:spPr>
        <a:solidFill>
          <a:schemeClr val="accent1">
            <a:lumMod val="60000"/>
            <a:lumOff val="40000"/>
          </a:schemeClr>
        </a:solidFill>
      </dgm:spPr>
      <dgm:t>
        <a:bodyPr/>
        <a:lstStyle/>
        <a:p>
          <a:pPr>
            <a:buClrTx/>
            <a:buSzTx/>
            <a:buFontTx/>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health reports and user profiles.</a:t>
          </a:r>
          <a:endParaRPr lang="en-IN" sz="1800" dirty="0"/>
        </a:p>
      </dgm:t>
    </dgm:pt>
    <dgm:pt modelId="{B92EC85C-996D-4B48-8A81-422643735D68}" type="parTrans" cxnId="{3F78D860-4DA8-4D94-A5DF-9DDEE4FA0C4A}">
      <dgm:prSet/>
      <dgm:spPr/>
      <dgm:t>
        <a:bodyPr/>
        <a:lstStyle/>
        <a:p>
          <a:endParaRPr lang="en-IN"/>
        </a:p>
      </dgm:t>
    </dgm:pt>
    <dgm:pt modelId="{E4675C1F-6352-49E9-ACC9-D2F0D6958E65}" type="sibTrans" cxnId="{3F78D860-4DA8-4D94-A5DF-9DDEE4FA0C4A}">
      <dgm:prSet/>
      <dgm:spPr/>
      <dgm:t>
        <a:bodyPr/>
        <a:lstStyle/>
        <a:p>
          <a:endParaRPr lang="en-IN"/>
        </a:p>
      </dgm:t>
    </dgm:pt>
    <dgm:pt modelId="{45AB2CD4-FBBA-47EB-81AF-E2D4321F6D5E}">
      <dgm:prSet phldrT="[Text]" custT="1"/>
      <dgm:spPr>
        <a:solidFill>
          <a:schemeClr val="accent1">
            <a:lumMod val="60000"/>
            <a:lumOff val="40000"/>
          </a:schemeClr>
        </a:solidFill>
      </dgm:spPr>
      <dgm:t>
        <a:bodyPr/>
        <a:lstStyle/>
        <a:p>
          <a:pPr>
            <a:buClrTx/>
            <a:buSzTx/>
            <a:buFontTx/>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login and signup workflows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en-IN" sz="1400" dirty="0"/>
        </a:p>
      </dgm:t>
    </dgm:pt>
    <dgm:pt modelId="{157CD868-DBA6-4DE6-AC3D-13A6AA739C41}" type="parTrans" cxnId="{F4FCA2B6-67A5-4760-8F3B-1A2798D98935}">
      <dgm:prSet/>
      <dgm:spPr/>
      <dgm:t>
        <a:bodyPr/>
        <a:lstStyle/>
        <a:p>
          <a:endParaRPr lang="en-IN"/>
        </a:p>
      </dgm:t>
    </dgm:pt>
    <dgm:pt modelId="{9C342A46-8A64-4A04-93A6-DB5BC0305A29}" type="sibTrans" cxnId="{F4FCA2B6-67A5-4760-8F3B-1A2798D98935}">
      <dgm:prSet/>
      <dgm:spPr/>
      <dgm:t>
        <a:bodyPr/>
        <a:lstStyle/>
        <a:p>
          <a:endParaRPr lang="en-IN"/>
        </a:p>
      </dgm:t>
    </dgm:pt>
    <dgm:pt modelId="{EDB10A3B-1472-47AB-A098-33202D450964}">
      <dgm:prSet custT="1"/>
      <dgm:spPr>
        <a:solidFill>
          <a:schemeClr val="accent1">
            <a:lumMod val="60000"/>
            <a:lumOff val="40000"/>
          </a:schemeClr>
        </a:solidFill>
      </dgm:spPr>
      <dgm:t>
        <a:bodyPr/>
        <a:lstStyle/>
        <a:p>
          <a:pPr>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timestamps for longitudinal wellness tracking.</a:t>
          </a:r>
          <a:endParaRPr lang="en-IN" sz="1800" dirty="0"/>
        </a:p>
      </dgm:t>
    </dgm:pt>
    <dgm:pt modelId="{1C0D3A2D-453B-47F0-B996-9221A8B22FE3}" type="parTrans" cxnId="{47529085-F349-4B17-B28A-85507B9AD87F}">
      <dgm:prSet/>
      <dgm:spPr/>
      <dgm:t>
        <a:bodyPr/>
        <a:lstStyle/>
        <a:p>
          <a:endParaRPr lang="en-IN"/>
        </a:p>
      </dgm:t>
    </dgm:pt>
    <dgm:pt modelId="{CD4E5CF2-5077-4FCB-B1F3-69DBFE25AC80}" type="sibTrans" cxnId="{47529085-F349-4B17-B28A-85507B9AD87F}">
      <dgm:prSet/>
      <dgm:spPr/>
      <dgm:t>
        <a:bodyPr/>
        <a:lstStyle/>
        <a:p>
          <a:endParaRPr lang="en-IN"/>
        </a:p>
      </dgm:t>
    </dgm:pt>
    <dgm:pt modelId="{14214EA6-5BCB-4D40-A84A-AF2F327B5C7D}">
      <dgm:prSet custT="1"/>
      <dgm:spPr>
        <a:solidFill>
          <a:schemeClr val="accent1">
            <a:lumMod val="60000"/>
            <a:lumOff val="40000"/>
          </a:schemeClr>
        </a:solidFill>
      </dgm:spPr>
      <dgm:t>
        <a:bodyPr/>
        <a:lstStyle/>
        <a:p>
          <a:pPr algn="l">
            <a:buNone/>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concurrent global users without infrastructure overhead.</a:t>
          </a:r>
          <a:endParaRPr lang="en-IN" sz="1800" dirty="0"/>
        </a:p>
      </dgm:t>
    </dgm:pt>
    <dgm:pt modelId="{C1B656E3-77A0-4204-A25A-93F680401CCE}" type="parTrans" cxnId="{E13C99EE-1C81-4676-9D13-1188FFAE96C4}">
      <dgm:prSet/>
      <dgm:spPr/>
      <dgm:t>
        <a:bodyPr/>
        <a:lstStyle/>
        <a:p>
          <a:endParaRPr lang="en-IN"/>
        </a:p>
      </dgm:t>
    </dgm:pt>
    <dgm:pt modelId="{8CA0B4AA-F31B-4C6C-AFAB-09AC74B2F620}" type="sibTrans" cxnId="{E13C99EE-1C81-4676-9D13-1188FFAE96C4}">
      <dgm:prSet/>
      <dgm:spPr/>
      <dgm:t>
        <a:bodyPr/>
        <a:lstStyle/>
        <a:p>
          <a:endParaRPr lang="en-IN"/>
        </a:p>
      </dgm:t>
    </dgm:pt>
    <dgm:pt modelId="{8161E8B9-8168-41E4-A3F7-5C0673AED753}" type="pres">
      <dgm:prSet presAssocID="{F1BC5882-CB78-4FA3-83CF-0D3351F15DAA}" presName="Name0" presStyleCnt="0">
        <dgm:presLayoutVars>
          <dgm:dir/>
          <dgm:animLvl val="lvl"/>
          <dgm:resizeHandles val="exact"/>
        </dgm:presLayoutVars>
      </dgm:prSet>
      <dgm:spPr/>
    </dgm:pt>
    <dgm:pt modelId="{A96E3ED9-8656-409D-822B-25DC19A81AF6}" type="pres">
      <dgm:prSet presAssocID="{49AFE04C-D39D-483C-94DD-1831DBF44C15}" presName="linNode" presStyleCnt="0"/>
      <dgm:spPr/>
    </dgm:pt>
    <dgm:pt modelId="{6548C239-86C0-48C9-98BA-1CFA8F407884}" type="pres">
      <dgm:prSet presAssocID="{49AFE04C-D39D-483C-94DD-1831DBF44C15}" presName="parTx" presStyleLbl="revTx" presStyleIdx="0" presStyleCnt="4">
        <dgm:presLayoutVars>
          <dgm:chMax val="1"/>
          <dgm:bulletEnabled val="1"/>
        </dgm:presLayoutVars>
      </dgm:prSet>
      <dgm:spPr/>
    </dgm:pt>
    <dgm:pt modelId="{8F441553-6200-41A6-B7BD-BB9ABDA9D26F}" type="pres">
      <dgm:prSet presAssocID="{49AFE04C-D39D-483C-94DD-1831DBF44C15}" presName="bracket" presStyleLbl="parChTrans1D1" presStyleIdx="0" presStyleCnt="4"/>
      <dgm:spPr/>
    </dgm:pt>
    <dgm:pt modelId="{E5B004EF-9388-4796-8F14-5FBE782FEEC3}" type="pres">
      <dgm:prSet presAssocID="{49AFE04C-D39D-483C-94DD-1831DBF44C15}" presName="spH" presStyleCnt="0"/>
      <dgm:spPr/>
    </dgm:pt>
    <dgm:pt modelId="{2A1460B1-ECAB-4C51-A22E-24CE8EB97674}" type="pres">
      <dgm:prSet presAssocID="{49AFE04C-D39D-483C-94DD-1831DBF44C15}" presName="desTx" presStyleLbl="node1" presStyleIdx="0" presStyleCnt="4" custScaleY="86763">
        <dgm:presLayoutVars>
          <dgm:bulletEnabled val="1"/>
        </dgm:presLayoutVars>
      </dgm:prSet>
      <dgm:spPr/>
    </dgm:pt>
    <dgm:pt modelId="{799C87AA-13CA-4F3C-888F-879559CBB117}" type="pres">
      <dgm:prSet presAssocID="{18B46888-7E42-4E80-8CF9-2DD8BA904962}" presName="spV" presStyleCnt="0"/>
      <dgm:spPr/>
    </dgm:pt>
    <dgm:pt modelId="{C52242D9-C9FE-47F7-B8E3-8136D2159AF1}" type="pres">
      <dgm:prSet presAssocID="{37EF23D7-E2B6-41F1-82DB-8F220927E332}" presName="linNode" presStyleCnt="0"/>
      <dgm:spPr/>
    </dgm:pt>
    <dgm:pt modelId="{F704A95E-31D2-447E-B315-DC402D48E79B}" type="pres">
      <dgm:prSet presAssocID="{37EF23D7-E2B6-41F1-82DB-8F220927E332}" presName="parTx" presStyleLbl="revTx" presStyleIdx="1" presStyleCnt="4">
        <dgm:presLayoutVars>
          <dgm:chMax val="1"/>
          <dgm:bulletEnabled val="1"/>
        </dgm:presLayoutVars>
      </dgm:prSet>
      <dgm:spPr/>
    </dgm:pt>
    <dgm:pt modelId="{296DB115-F588-43CD-97B3-DBF0D1CAB724}" type="pres">
      <dgm:prSet presAssocID="{37EF23D7-E2B6-41F1-82DB-8F220927E332}" presName="bracket" presStyleLbl="parChTrans1D1" presStyleIdx="1" presStyleCnt="4"/>
      <dgm:spPr/>
    </dgm:pt>
    <dgm:pt modelId="{3A3F095D-2F37-49F6-9724-6B6DF3A873FA}" type="pres">
      <dgm:prSet presAssocID="{37EF23D7-E2B6-41F1-82DB-8F220927E332}" presName="spH" presStyleCnt="0"/>
      <dgm:spPr/>
    </dgm:pt>
    <dgm:pt modelId="{A0F1A7DD-A900-4229-8FEB-A3B54A74A755}" type="pres">
      <dgm:prSet presAssocID="{37EF23D7-E2B6-41F1-82DB-8F220927E332}" presName="desTx" presStyleLbl="node1" presStyleIdx="1" presStyleCnt="4">
        <dgm:presLayoutVars>
          <dgm:bulletEnabled val="1"/>
        </dgm:presLayoutVars>
      </dgm:prSet>
      <dgm:spPr/>
    </dgm:pt>
    <dgm:pt modelId="{AB664C22-808F-4650-8E94-0A9672010804}" type="pres">
      <dgm:prSet presAssocID="{809C5DC2-7168-4CD1-BBC2-D1D2E05F20D4}" presName="spV" presStyleCnt="0"/>
      <dgm:spPr/>
    </dgm:pt>
    <dgm:pt modelId="{6C57886C-9CBE-4D34-866B-7D1C772E4966}" type="pres">
      <dgm:prSet presAssocID="{E81D6A8E-FD09-41AA-A491-F154A443DCFC}" presName="linNode" presStyleCnt="0"/>
      <dgm:spPr/>
    </dgm:pt>
    <dgm:pt modelId="{C24E4235-4B02-4199-BD88-F7318A23A1D7}" type="pres">
      <dgm:prSet presAssocID="{E81D6A8E-FD09-41AA-A491-F154A443DCFC}" presName="parTx" presStyleLbl="revTx" presStyleIdx="2" presStyleCnt="4">
        <dgm:presLayoutVars>
          <dgm:chMax val="1"/>
          <dgm:bulletEnabled val="1"/>
        </dgm:presLayoutVars>
      </dgm:prSet>
      <dgm:spPr/>
    </dgm:pt>
    <dgm:pt modelId="{81FD5BCF-2083-44D4-9EDE-F1003391DAD0}" type="pres">
      <dgm:prSet presAssocID="{E81D6A8E-FD09-41AA-A491-F154A443DCFC}" presName="bracket" presStyleLbl="parChTrans1D1" presStyleIdx="2" presStyleCnt="4"/>
      <dgm:spPr/>
    </dgm:pt>
    <dgm:pt modelId="{AFF157F7-BB6D-435D-AE51-D004F5F69148}" type="pres">
      <dgm:prSet presAssocID="{E81D6A8E-FD09-41AA-A491-F154A443DCFC}" presName="spH" presStyleCnt="0"/>
      <dgm:spPr/>
    </dgm:pt>
    <dgm:pt modelId="{B9FA5C21-5197-4B1F-B392-5C6793060F1C}" type="pres">
      <dgm:prSet presAssocID="{E81D6A8E-FD09-41AA-A491-F154A443DCFC}" presName="desTx" presStyleLbl="node1" presStyleIdx="2" presStyleCnt="4">
        <dgm:presLayoutVars>
          <dgm:bulletEnabled val="1"/>
        </dgm:presLayoutVars>
      </dgm:prSet>
      <dgm:spPr/>
    </dgm:pt>
    <dgm:pt modelId="{FEB4A7D5-F9CF-40C5-AA9B-FAD245DA4C99}" type="pres">
      <dgm:prSet presAssocID="{AE9F63C3-EF3B-44CB-9C82-18ED1ACDC053}" presName="spV" presStyleCnt="0"/>
      <dgm:spPr/>
    </dgm:pt>
    <dgm:pt modelId="{81FDE78E-8B3C-481F-A90F-C8CD7D62F693}" type="pres">
      <dgm:prSet presAssocID="{6F4384E3-6C6C-4CC9-A548-C94BADE7C9D3}" presName="linNode" presStyleCnt="0"/>
      <dgm:spPr/>
    </dgm:pt>
    <dgm:pt modelId="{A5FA5C24-F67F-437B-A80B-0D8865F22849}" type="pres">
      <dgm:prSet presAssocID="{6F4384E3-6C6C-4CC9-A548-C94BADE7C9D3}" presName="parTx" presStyleLbl="revTx" presStyleIdx="3" presStyleCnt="4">
        <dgm:presLayoutVars>
          <dgm:chMax val="1"/>
          <dgm:bulletEnabled val="1"/>
        </dgm:presLayoutVars>
      </dgm:prSet>
      <dgm:spPr/>
    </dgm:pt>
    <dgm:pt modelId="{E539CC32-6AC1-46B4-8285-C9117CC0C94C}" type="pres">
      <dgm:prSet presAssocID="{6F4384E3-6C6C-4CC9-A548-C94BADE7C9D3}" presName="bracket" presStyleLbl="parChTrans1D1" presStyleIdx="3" presStyleCnt="4"/>
      <dgm:spPr/>
    </dgm:pt>
    <dgm:pt modelId="{CCFE88AA-40D0-401B-BD1B-F621F4340938}" type="pres">
      <dgm:prSet presAssocID="{6F4384E3-6C6C-4CC9-A548-C94BADE7C9D3}" presName="spH" presStyleCnt="0"/>
      <dgm:spPr/>
    </dgm:pt>
    <dgm:pt modelId="{3CA29581-0257-4DEC-B1FA-D22B5B759803}" type="pres">
      <dgm:prSet presAssocID="{6F4384E3-6C6C-4CC9-A548-C94BADE7C9D3}" presName="desTx" presStyleLbl="node1" presStyleIdx="3" presStyleCnt="4">
        <dgm:presLayoutVars>
          <dgm:bulletEnabled val="1"/>
        </dgm:presLayoutVars>
      </dgm:prSet>
      <dgm:spPr/>
    </dgm:pt>
  </dgm:ptLst>
  <dgm:cxnLst>
    <dgm:cxn modelId="{C648AC10-A2F4-4B4D-B16F-C4FF6B93EB89}" srcId="{37EF23D7-E2B6-41F1-82DB-8F220927E332}" destId="{F59AEA4D-F2E5-46CF-A2E3-DCAF2E4AB8C8}" srcOrd="0" destOrd="0" parTransId="{9B159FD3-6716-4528-8705-775614F270F4}" sibTransId="{3EFCF0C2-C411-43FA-A3B2-8959C88A5823}"/>
    <dgm:cxn modelId="{861D1B1F-1CE0-4648-9AC7-2F83B6D1350A}" srcId="{E81D6A8E-FD09-41AA-A491-F154A443DCFC}" destId="{FB854583-F921-4A1B-8674-63FEB9C9F402}" srcOrd="0" destOrd="0" parTransId="{02DBB88F-61D2-48C3-8671-EEB103B9628F}" sibTransId="{CC89678F-DB9C-42F8-839A-5F2BE15DB171}"/>
    <dgm:cxn modelId="{64416E3A-BF08-4BFC-A030-638A1C600049}" type="presOf" srcId="{F59AEA4D-F2E5-46CF-A2E3-DCAF2E4AB8C8}" destId="{A0F1A7DD-A900-4229-8FEB-A3B54A74A755}" srcOrd="0" destOrd="0" presId="urn:diagrams.loki3.com/BracketList"/>
    <dgm:cxn modelId="{3F78D860-4DA8-4D94-A5DF-9DDEE4FA0C4A}" srcId="{49AFE04C-D39D-483C-94DD-1831DBF44C15}" destId="{AFBB308B-2B84-4393-84F0-19546AA5FD66}" srcOrd="1" destOrd="0" parTransId="{B92EC85C-996D-4B48-8A81-422643735D68}" sibTransId="{E4675C1F-6352-49E9-ACC9-D2F0D6958E65}"/>
    <dgm:cxn modelId="{F3A8FB66-8F12-457E-AF3D-9AC7EE57621B}" srcId="{F1BC5882-CB78-4FA3-83CF-0D3351F15DAA}" destId="{6F4384E3-6C6C-4CC9-A548-C94BADE7C9D3}" srcOrd="3" destOrd="0" parTransId="{71AB671D-51A8-4621-9546-EAE63732B078}" sibTransId="{A8F351FE-2E16-4F79-A105-327FC6D08BD7}"/>
    <dgm:cxn modelId="{36B58C4B-280F-4DC1-BC6D-6591D6F28873}" srcId="{49AFE04C-D39D-483C-94DD-1831DBF44C15}" destId="{B72D8A9F-9F30-4780-B8FD-1B2BC32F4D9C}" srcOrd="0" destOrd="0" parTransId="{DA5F01F8-6552-4092-A336-7D63A2289877}" sibTransId="{24797778-D2BB-468C-A6F8-A371D0700061}"/>
    <dgm:cxn modelId="{0160EE55-3EB4-4BE0-81BA-98CE00222460}" type="presOf" srcId="{14214EA6-5BCB-4D40-A84A-AF2F327B5C7D}" destId="{3CA29581-0257-4DEC-B1FA-D22B5B759803}" srcOrd="0" destOrd="1" presId="urn:diagrams.loki3.com/BracketList"/>
    <dgm:cxn modelId="{BDE63577-099B-4472-93AF-437EAAE94EAE}" type="presOf" srcId="{FB854583-F921-4A1B-8674-63FEB9C9F402}" destId="{B9FA5C21-5197-4B1F-B392-5C6793060F1C}" srcOrd="0" destOrd="0" presId="urn:diagrams.loki3.com/BracketList"/>
    <dgm:cxn modelId="{507F3585-3454-4B47-9A98-B3AB2539C5FC}" type="presOf" srcId="{6F4384E3-6C6C-4CC9-A548-C94BADE7C9D3}" destId="{A5FA5C24-F67F-437B-A80B-0D8865F22849}" srcOrd="0" destOrd="0" presId="urn:diagrams.loki3.com/BracketList"/>
    <dgm:cxn modelId="{47529085-F349-4B17-B28A-85507B9AD87F}" srcId="{E81D6A8E-FD09-41AA-A491-F154A443DCFC}" destId="{EDB10A3B-1472-47AB-A098-33202D450964}" srcOrd="1" destOrd="0" parTransId="{1C0D3A2D-453B-47F0-B996-9221A8B22FE3}" sibTransId="{CD4E5CF2-5077-4FCB-B1F3-69DBFE25AC80}"/>
    <dgm:cxn modelId="{79E3CC88-9279-4DF9-8162-035C5F501854}" type="presOf" srcId="{E81D6A8E-FD09-41AA-A491-F154A443DCFC}" destId="{C24E4235-4B02-4199-BD88-F7318A23A1D7}" srcOrd="0" destOrd="0" presId="urn:diagrams.loki3.com/BracketList"/>
    <dgm:cxn modelId="{01412A89-EC7A-4448-AE5D-940DF2AD8DA7}" type="presOf" srcId="{AFBB308B-2B84-4393-84F0-19546AA5FD66}" destId="{2A1460B1-ECAB-4C51-A22E-24CE8EB97674}" srcOrd="0" destOrd="1" presId="urn:diagrams.loki3.com/BracketList"/>
    <dgm:cxn modelId="{3CA3988A-E95C-49AC-A645-A63FF6DD9147}" type="presOf" srcId="{45AB2CD4-FBBA-47EB-81AF-E2D4321F6D5E}" destId="{A0F1A7DD-A900-4229-8FEB-A3B54A74A755}" srcOrd="0" destOrd="1" presId="urn:diagrams.loki3.com/BracketList"/>
    <dgm:cxn modelId="{F181DAA8-2978-480C-91E5-4518912CF108}" srcId="{F1BC5882-CB78-4FA3-83CF-0D3351F15DAA}" destId="{37EF23D7-E2B6-41F1-82DB-8F220927E332}" srcOrd="1" destOrd="0" parTransId="{585687BC-3F40-4F41-8CA7-92FDC6C3C36F}" sibTransId="{809C5DC2-7168-4CD1-BBC2-D1D2E05F20D4}"/>
    <dgm:cxn modelId="{58995EAA-AD06-4EDD-8C7A-E55BE17A1480}" srcId="{F1BC5882-CB78-4FA3-83CF-0D3351F15DAA}" destId="{49AFE04C-D39D-483C-94DD-1831DBF44C15}" srcOrd="0" destOrd="0" parTransId="{61441DDF-D673-4459-A183-ADE6050070DE}" sibTransId="{18B46888-7E42-4E80-8CF9-2DD8BA904962}"/>
    <dgm:cxn modelId="{8090DFB1-10EE-466A-8E87-290135FBD606}" srcId="{6F4384E3-6C6C-4CC9-A548-C94BADE7C9D3}" destId="{B7E7B4C1-B37B-4F4B-A90B-4DDD57A11F7C}" srcOrd="0" destOrd="0" parTransId="{3A22FCF2-1762-4EBF-8454-601072795F6F}" sibTransId="{AAC10C14-BF14-4EFD-82D0-E06B6E0BE5C1}"/>
    <dgm:cxn modelId="{F4FCA2B6-67A5-4760-8F3B-1A2798D98935}" srcId="{37EF23D7-E2B6-41F1-82DB-8F220927E332}" destId="{45AB2CD4-FBBA-47EB-81AF-E2D4321F6D5E}" srcOrd="1" destOrd="0" parTransId="{157CD868-DBA6-4DE6-AC3D-13A6AA739C41}" sibTransId="{9C342A46-8A64-4A04-93A6-DB5BC0305A29}"/>
    <dgm:cxn modelId="{D4C039C1-8299-4B78-8BE2-D5E85ED5550E}" type="presOf" srcId="{EDB10A3B-1472-47AB-A098-33202D450964}" destId="{B9FA5C21-5197-4B1F-B392-5C6793060F1C}" srcOrd="0" destOrd="1" presId="urn:diagrams.loki3.com/BracketList"/>
    <dgm:cxn modelId="{F89B41C1-3CB2-48DA-BFBB-81042F2E4222}" type="presOf" srcId="{49AFE04C-D39D-483C-94DD-1831DBF44C15}" destId="{6548C239-86C0-48C9-98BA-1CFA8F407884}" srcOrd="0" destOrd="0" presId="urn:diagrams.loki3.com/BracketList"/>
    <dgm:cxn modelId="{9DF37EC9-B486-4CEF-A1E4-B066FA113E95}" type="presOf" srcId="{B7E7B4C1-B37B-4F4B-A90B-4DDD57A11F7C}" destId="{3CA29581-0257-4DEC-B1FA-D22B5B759803}" srcOrd="0" destOrd="0" presId="urn:diagrams.loki3.com/BracketList"/>
    <dgm:cxn modelId="{D2E462D0-6293-4E0C-95C7-6EBCD5DF4D30}" type="presOf" srcId="{37EF23D7-E2B6-41F1-82DB-8F220927E332}" destId="{F704A95E-31D2-447E-B315-DC402D48E79B}" srcOrd="0" destOrd="0" presId="urn:diagrams.loki3.com/BracketList"/>
    <dgm:cxn modelId="{ED54ECD3-E499-4495-A0FF-0E6C720C1BA1}" srcId="{F1BC5882-CB78-4FA3-83CF-0D3351F15DAA}" destId="{E81D6A8E-FD09-41AA-A491-F154A443DCFC}" srcOrd="2" destOrd="0" parTransId="{578D7816-A535-41D7-A824-7206D6FBD51E}" sibTransId="{AE9F63C3-EF3B-44CB-9C82-18ED1ACDC053}"/>
    <dgm:cxn modelId="{55A19AE5-64F9-4B85-A9B0-C343339DE6DB}" type="presOf" srcId="{B72D8A9F-9F30-4780-B8FD-1B2BC32F4D9C}" destId="{2A1460B1-ECAB-4C51-A22E-24CE8EB97674}" srcOrd="0" destOrd="0" presId="urn:diagrams.loki3.com/BracketList"/>
    <dgm:cxn modelId="{E13C99EE-1C81-4676-9D13-1188FFAE96C4}" srcId="{6F4384E3-6C6C-4CC9-A548-C94BADE7C9D3}" destId="{14214EA6-5BCB-4D40-A84A-AF2F327B5C7D}" srcOrd="1" destOrd="0" parTransId="{C1B656E3-77A0-4204-A25A-93F680401CCE}" sibTransId="{8CA0B4AA-F31B-4C6C-AFAB-09AC74B2F620}"/>
    <dgm:cxn modelId="{015980EF-4A55-4865-8F91-D4489941D47D}" type="presOf" srcId="{F1BC5882-CB78-4FA3-83CF-0D3351F15DAA}" destId="{8161E8B9-8168-41E4-A3F7-5C0673AED753}" srcOrd="0" destOrd="0" presId="urn:diagrams.loki3.com/BracketList"/>
    <dgm:cxn modelId="{7630AD99-D358-4E28-820E-AAA8B158BC09}" type="presParOf" srcId="{8161E8B9-8168-41E4-A3F7-5C0673AED753}" destId="{A96E3ED9-8656-409D-822B-25DC19A81AF6}" srcOrd="0" destOrd="0" presId="urn:diagrams.loki3.com/BracketList"/>
    <dgm:cxn modelId="{C73FD917-D70A-4BB3-A64B-A6116475C66C}" type="presParOf" srcId="{A96E3ED9-8656-409D-822B-25DC19A81AF6}" destId="{6548C239-86C0-48C9-98BA-1CFA8F407884}" srcOrd="0" destOrd="0" presId="urn:diagrams.loki3.com/BracketList"/>
    <dgm:cxn modelId="{FC2FEB16-7C03-413E-877B-AD9DCF398BBD}" type="presParOf" srcId="{A96E3ED9-8656-409D-822B-25DC19A81AF6}" destId="{8F441553-6200-41A6-B7BD-BB9ABDA9D26F}" srcOrd="1" destOrd="0" presId="urn:diagrams.loki3.com/BracketList"/>
    <dgm:cxn modelId="{14ED6D35-2904-4256-9985-F72925114F01}" type="presParOf" srcId="{A96E3ED9-8656-409D-822B-25DC19A81AF6}" destId="{E5B004EF-9388-4796-8F14-5FBE782FEEC3}" srcOrd="2" destOrd="0" presId="urn:diagrams.loki3.com/BracketList"/>
    <dgm:cxn modelId="{6509A6EB-D705-4377-859A-A5B0659D831B}" type="presParOf" srcId="{A96E3ED9-8656-409D-822B-25DC19A81AF6}" destId="{2A1460B1-ECAB-4C51-A22E-24CE8EB97674}" srcOrd="3" destOrd="0" presId="urn:diagrams.loki3.com/BracketList"/>
    <dgm:cxn modelId="{3D792E78-41A1-4640-92C6-2E6A29894853}" type="presParOf" srcId="{8161E8B9-8168-41E4-A3F7-5C0673AED753}" destId="{799C87AA-13CA-4F3C-888F-879559CBB117}" srcOrd="1" destOrd="0" presId="urn:diagrams.loki3.com/BracketList"/>
    <dgm:cxn modelId="{A8B98AA2-B0FB-4326-918C-0D8B0B225748}" type="presParOf" srcId="{8161E8B9-8168-41E4-A3F7-5C0673AED753}" destId="{C52242D9-C9FE-47F7-B8E3-8136D2159AF1}" srcOrd="2" destOrd="0" presId="urn:diagrams.loki3.com/BracketList"/>
    <dgm:cxn modelId="{5285A084-8079-4461-B3D7-9DE186A12204}" type="presParOf" srcId="{C52242D9-C9FE-47F7-B8E3-8136D2159AF1}" destId="{F704A95E-31D2-447E-B315-DC402D48E79B}" srcOrd="0" destOrd="0" presId="urn:diagrams.loki3.com/BracketList"/>
    <dgm:cxn modelId="{2007A96E-C991-4978-AB4C-C18E049CA7CB}" type="presParOf" srcId="{C52242D9-C9FE-47F7-B8E3-8136D2159AF1}" destId="{296DB115-F588-43CD-97B3-DBF0D1CAB724}" srcOrd="1" destOrd="0" presId="urn:diagrams.loki3.com/BracketList"/>
    <dgm:cxn modelId="{EEFBB330-7517-4D63-988D-892F60131BA6}" type="presParOf" srcId="{C52242D9-C9FE-47F7-B8E3-8136D2159AF1}" destId="{3A3F095D-2F37-49F6-9724-6B6DF3A873FA}" srcOrd="2" destOrd="0" presId="urn:diagrams.loki3.com/BracketList"/>
    <dgm:cxn modelId="{EADF77B7-2653-4BD3-BD8E-A9EF1A9169B8}" type="presParOf" srcId="{C52242D9-C9FE-47F7-B8E3-8136D2159AF1}" destId="{A0F1A7DD-A900-4229-8FEB-A3B54A74A755}" srcOrd="3" destOrd="0" presId="urn:diagrams.loki3.com/BracketList"/>
    <dgm:cxn modelId="{EE834A7E-1248-47BF-92BD-5BC0126751CE}" type="presParOf" srcId="{8161E8B9-8168-41E4-A3F7-5C0673AED753}" destId="{AB664C22-808F-4650-8E94-0A9672010804}" srcOrd="3" destOrd="0" presId="urn:diagrams.loki3.com/BracketList"/>
    <dgm:cxn modelId="{4BD6701B-23CD-4E91-8421-789CBAC0875B}" type="presParOf" srcId="{8161E8B9-8168-41E4-A3F7-5C0673AED753}" destId="{6C57886C-9CBE-4D34-866B-7D1C772E4966}" srcOrd="4" destOrd="0" presId="urn:diagrams.loki3.com/BracketList"/>
    <dgm:cxn modelId="{13693413-5916-4C46-90A3-FB8E06674CA7}" type="presParOf" srcId="{6C57886C-9CBE-4D34-866B-7D1C772E4966}" destId="{C24E4235-4B02-4199-BD88-F7318A23A1D7}" srcOrd="0" destOrd="0" presId="urn:diagrams.loki3.com/BracketList"/>
    <dgm:cxn modelId="{B2B81F83-456A-474D-8C82-A31701CE6D6A}" type="presParOf" srcId="{6C57886C-9CBE-4D34-866B-7D1C772E4966}" destId="{81FD5BCF-2083-44D4-9EDE-F1003391DAD0}" srcOrd="1" destOrd="0" presId="urn:diagrams.loki3.com/BracketList"/>
    <dgm:cxn modelId="{52E6E7A2-728D-4419-AF02-586AF267878D}" type="presParOf" srcId="{6C57886C-9CBE-4D34-866B-7D1C772E4966}" destId="{AFF157F7-BB6D-435D-AE51-D004F5F69148}" srcOrd="2" destOrd="0" presId="urn:diagrams.loki3.com/BracketList"/>
    <dgm:cxn modelId="{5CEDC0DA-1A28-489F-A5A8-57F8D46D2B6F}" type="presParOf" srcId="{6C57886C-9CBE-4D34-866B-7D1C772E4966}" destId="{B9FA5C21-5197-4B1F-B392-5C6793060F1C}" srcOrd="3" destOrd="0" presId="urn:diagrams.loki3.com/BracketList"/>
    <dgm:cxn modelId="{EBCAE456-5B0C-49F7-85F4-F25F1DFC942B}" type="presParOf" srcId="{8161E8B9-8168-41E4-A3F7-5C0673AED753}" destId="{FEB4A7D5-F9CF-40C5-AA9B-FAD245DA4C99}" srcOrd="5" destOrd="0" presId="urn:diagrams.loki3.com/BracketList"/>
    <dgm:cxn modelId="{BC083142-1D46-4C34-B8FD-9CBEF72429CC}" type="presParOf" srcId="{8161E8B9-8168-41E4-A3F7-5C0673AED753}" destId="{81FDE78E-8B3C-481F-A90F-C8CD7D62F693}" srcOrd="6" destOrd="0" presId="urn:diagrams.loki3.com/BracketList"/>
    <dgm:cxn modelId="{B95E99BE-6B59-46EF-A1A0-D30AEE0E59A6}" type="presParOf" srcId="{81FDE78E-8B3C-481F-A90F-C8CD7D62F693}" destId="{A5FA5C24-F67F-437B-A80B-0D8865F22849}" srcOrd="0" destOrd="0" presId="urn:diagrams.loki3.com/BracketList"/>
    <dgm:cxn modelId="{007EA1F6-A9F6-44EB-8CF3-D15C8CB2E3C8}" type="presParOf" srcId="{81FDE78E-8B3C-481F-A90F-C8CD7D62F693}" destId="{E539CC32-6AC1-46B4-8285-C9117CC0C94C}" srcOrd="1" destOrd="0" presId="urn:diagrams.loki3.com/BracketList"/>
    <dgm:cxn modelId="{B7CE8539-D5D6-4A67-A6EC-898D2EA79404}" type="presParOf" srcId="{81FDE78E-8B3C-481F-A90F-C8CD7D62F693}" destId="{CCFE88AA-40D0-401B-BD1B-F621F4340938}" srcOrd="2" destOrd="0" presId="urn:diagrams.loki3.com/BracketList"/>
    <dgm:cxn modelId="{F85336E8-20EC-43C2-ADEE-D3E1483E8E27}" type="presParOf" srcId="{81FDE78E-8B3C-481F-A90F-C8CD7D62F693}" destId="{3CA29581-0257-4DEC-B1FA-D22B5B759803}"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2AE0A5-A47E-4096-9F04-FCEC3A12B165}" type="doc">
      <dgm:prSet loTypeId="urn:microsoft.com/office/officeart/2005/8/layout/vList5" loCatId="list" qsTypeId="urn:microsoft.com/office/officeart/2005/8/quickstyle/simple2" qsCatId="simple" csTypeId="urn:microsoft.com/office/officeart/2005/8/colors/accent3_5" csCatId="accent3" phldr="1"/>
      <dgm:spPr/>
      <dgm:t>
        <a:bodyPr/>
        <a:lstStyle/>
        <a:p>
          <a:endParaRPr lang="en-IN"/>
        </a:p>
      </dgm:t>
    </dgm:pt>
    <dgm:pt modelId="{19C0C896-DC90-4A3A-A841-8EF022D71F4B}">
      <dgm:prSet phldrT="[Text]" custT="1"/>
      <dgm:spPr/>
      <dgm:t>
        <a:bodyPr/>
        <a:lstStyle/>
        <a:p>
          <a:r>
            <a:rPr kumimoji="0" lang="en-US" altLang="en-US" sz="16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Metabolic Precision Matrix</a:t>
          </a:r>
          <a:endParaRPr lang="en-IN" sz="1600" dirty="0"/>
        </a:p>
      </dgm:t>
    </dgm:pt>
    <dgm:pt modelId="{4AD2ADC0-21A0-4C75-BD66-DB6A8B6E4234}" type="parTrans" cxnId="{F22623F0-4108-47DA-A811-D8C4283BD5D5}">
      <dgm:prSet/>
      <dgm:spPr/>
      <dgm:t>
        <a:bodyPr/>
        <a:lstStyle/>
        <a:p>
          <a:endParaRPr lang="en-IN" sz="1600"/>
        </a:p>
      </dgm:t>
    </dgm:pt>
    <dgm:pt modelId="{9601BA76-F7E3-4807-9A22-CF1417B8FBC2}" type="sibTrans" cxnId="{F22623F0-4108-47DA-A811-D8C4283BD5D5}">
      <dgm:prSet/>
      <dgm:spPr/>
      <dgm:t>
        <a:bodyPr/>
        <a:lstStyle/>
        <a:p>
          <a:endParaRPr lang="en-IN" sz="1600"/>
        </a:p>
      </dgm:t>
    </dgm:pt>
    <dgm:pt modelId="{0BFBEB37-ADB3-4100-ACD3-9A7A06AD58AC}">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Hyper-personalized nutrition mapping that</a:t>
          </a:r>
          <a:endParaRPr lang="en-IN" sz="1600" dirty="0"/>
        </a:p>
      </dgm:t>
    </dgm:pt>
    <dgm:pt modelId="{BF0B5C84-D194-4F62-B7A3-91EDAB8E6A47}" type="parTrans" cxnId="{CCE8B0A0-AD58-4337-924B-8B4498C5A11B}">
      <dgm:prSet/>
      <dgm:spPr/>
      <dgm:t>
        <a:bodyPr/>
        <a:lstStyle/>
        <a:p>
          <a:endParaRPr lang="en-IN" sz="1600"/>
        </a:p>
      </dgm:t>
    </dgm:pt>
    <dgm:pt modelId="{75EA7B5E-CF4D-4A66-83EA-5453DC80E897}" type="sibTrans" cxnId="{CCE8B0A0-AD58-4337-924B-8B4498C5A11B}">
      <dgm:prSet/>
      <dgm:spPr/>
      <dgm:t>
        <a:bodyPr/>
        <a:lstStyle/>
        <a:p>
          <a:endParaRPr lang="en-IN" sz="1600"/>
        </a:p>
      </dgm:t>
    </dgm:pt>
    <dgm:pt modelId="{A9E081E1-0345-4F7A-938B-ED0B6DB0CC76}">
      <dgm:prSet phldrT="[Text]" custT="1"/>
      <dgm:spPr/>
      <dgm:t>
        <a:bodyPr/>
        <a:lstStyle/>
        <a:p>
          <a:r>
            <a:rPr kumimoji="0" lang="en-US" altLang="en-US" sz="16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Dynamic Meal Planning</a:t>
          </a:r>
          <a:endParaRPr lang="en-IN" sz="1600" dirty="0"/>
        </a:p>
      </dgm:t>
    </dgm:pt>
    <dgm:pt modelId="{6059875A-F80D-4A35-B373-F632D9BAB14B}" type="parTrans" cxnId="{05C42873-51B2-4DCA-BFE8-02A64D6702CA}">
      <dgm:prSet/>
      <dgm:spPr/>
      <dgm:t>
        <a:bodyPr/>
        <a:lstStyle/>
        <a:p>
          <a:endParaRPr lang="en-IN" sz="1600"/>
        </a:p>
      </dgm:t>
    </dgm:pt>
    <dgm:pt modelId="{2571E97F-0F82-43FC-8220-828B665E2793}" type="sibTrans" cxnId="{05C42873-51B2-4DCA-BFE8-02A64D6702CA}">
      <dgm:prSet/>
      <dgm:spPr/>
      <dgm:t>
        <a:bodyPr/>
        <a:lstStyle/>
        <a:p>
          <a:endParaRPr lang="en-IN" sz="1600"/>
        </a:p>
      </dgm:t>
    </dgm:pt>
    <dgm:pt modelId="{D75E22A1-EEB8-49C2-B964-6C4653F49F76}">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Gemini-powered engine generating structured</a:t>
          </a:r>
          <a:endParaRPr lang="en-IN" sz="1600" dirty="0"/>
        </a:p>
      </dgm:t>
    </dgm:pt>
    <dgm:pt modelId="{F11B01D3-77FB-4920-8191-57E5933EC111}" type="parTrans" cxnId="{8A647794-C2E6-43D9-A970-84AD53AB79C2}">
      <dgm:prSet/>
      <dgm:spPr/>
      <dgm:t>
        <a:bodyPr/>
        <a:lstStyle/>
        <a:p>
          <a:endParaRPr lang="en-IN" sz="1600"/>
        </a:p>
      </dgm:t>
    </dgm:pt>
    <dgm:pt modelId="{A274589A-565C-4197-84FD-202C2C3E4C78}" type="sibTrans" cxnId="{8A647794-C2E6-43D9-A970-84AD53AB79C2}">
      <dgm:prSet/>
      <dgm:spPr/>
      <dgm:t>
        <a:bodyPr/>
        <a:lstStyle/>
        <a:p>
          <a:endParaRPr lang="en-IN" sz="1600"/>
        </a:p>
      </dgm:t>
    </dgm:pt>
    <dgm:pt modelId="{D8A297E9-2950-4281-B057-4F34D47E409B}">
      <dgm:prSet phldrT="[Text]" custT="1"/>
      <dgm:spPr/>
      <dgm:t>
        <a:bodyPr/>
        <a:lstStyle/>
        <a:p>
          <a:r>
            <a:rPr kumimoji="0" lang="en-US" altLang="en-US" sz="16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Dietary Versatility</a:t>
          </a:r>
          <a:endParaRPr lang="en-IN" sz="1600" dirty="0"/>
        </a:p>
      </dgm:t>
    </dgm:pt>
    <dgm:pt modelId="{F2A0ADB0-E622-40B4-9CED-AC74513193B2}" type="parTrans" cxnId="{940F7A13-23BF-4719-8F79-80A9F65F02C9}">
      <dgm:prSet/>
      <dgm:spPr/>
      <dgm:t>
        <a:bodyPr/>
        <a:lstStyle/>
        <a:p>
          <a:endParaRPr lang="en-IN" sz="1600"/>
        </a:p>
      </dgm:t>
    </dgm:pt>
    <dgm:pt modelId="{EA14DBB3-1A82-4C71-AA9F-79792F150292}" type="sibTrans" cxnId="{940F7A13-23BF-4719-8F79-80A9F65F02C9}">
      <dgm:prSet/>
      <dgm:spPr/>
      <dgm:t>
        <a:bodyPr/>
        <a:lstStyle/>
        <a:p>
          <a:endParaRPr lang="en-IN" sz="1600"/>
        </a:p>
      </dgm:t>
    </dgm:pt>
    <dgm:pt modelId="{374ABCAE-77CB-4F07-B8F1-71EF5BDBB447}">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Supports Omnivore, Vegan, Keto, and Low-Carb</a:t>
          </a:r>
          <a:endParaRPr lang="en-IN" sz="1600" dirty="0"/>
        </a:p>
      </dgm:t>
    </dgm:pt>
    <dgm:pt modelId="{631C3107-7776-43F0-9228-9A5FC2468CA0}" type="parTrans" cxnId="{0CB7F198-48A2-4E45-9B42-C0E43336CD5D}">
      <dgm:prSet/>
      <dgm:spPr/>
      <dgm:t>
        <a:bodyPr/>
        <a:lstStyle/>
        <a:p>
          <a:endParaRPr lang="en-IN" sz="1600"/>
        </a:p>
      </dgm:t>
    </dgm:pt>
    <dgm:pt modelId="{3F7B38FF-5E7F-4868-9F56-52BD7EA55B31}" type="sibTrans" cxnId="{0CB7F198-48A2-4E45-9B42-C0E43336CD5D}">
      <dgm:prSet/>
      <dgm:spPr/>
      <dgm:t>
        <a:bodyPr/>
        <a:lstStyle/>
        <a:p>
          <a:endParaRPr lang="en-IN" sz="1600"/>
        </a:p>
      </dgm:t>
    </dgm:pt>
    <dgm:pt modelId="{3CE13566-16E2-459B-83D0-7EEFB35C628E}">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Directly links assessed health risks (e.g., high BP) to</a:t>
          </a:r>
          <a:endParaRPr lang="en-IN" sz="1600" dirty="0"/>
        </a:p>
      </dgm:t>
    </dgm:pt>
    <dgm:pt modelId="{8ECD99F3-A2BC-40BE-B0B6-5D7216F978EF}" type="parTrans" cxnId="{2582F5FB-9DED-4225-822F-C5D3DCB0B14C}">
      <dgm:prSet/>
      <dgm:spPr/>
      <dgm:t>
        <a:bodyPr/>
        <a:lstStyle/>
        <a:p>
          <a:endParaRPr lang="en-IN" sz="1600"/>
        </a:p>
      </dgm:t>
    </dgm:pt>
    <dgm:pt modelId="{B5AE2E42-1ABD-4D1A-9129-5FB82D8EAB15}" type="sibTrans" cxnId="{2582F5FB-9DED-4225-822F-C5D3DCB0B14C}">
      <dgm:prSet/>
      <dgm:spPr/>
      <dgm:t>
        <a:bodyPr/>
        <a:lstStyle/>
        <a:p>
          <a:endParaRPr lang="en-IN" sz="1600"/>
        </a:p>
      </dgm:t>
    </dgm:pt>
    <dgm:pt modelId="{6590B960-56AE-4446-93A2-A3D9E28505D4}">
      <dgm:prSet phldrT="[Text]" phldr="0" custT="1"/>
      <dgm:spPr/>
      <dgm:t>
        <a:bodyPr/>
        <a:lstStyle/>
        <a:p>
          <a:r>
            <a:rPr kumimoji="0" lang="en-US" altLang="en-US" sz="1600" b="1"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Proactive Wellness</a:t>
          </a:r>
          <a:endParaRPr lang="en-IN" sz="1600" dirty="0"/>
        </a:p>
      </dgm:t>
    </dgm:pt>
    <dgm:pt modelId="{E0114442-376C-4343-B463-0541AE97A8E6}" type="parTrans" cxnId="{15CB7A6D-604C-4048-9544-572C7108CA13}">
      <dgm:prSet/>
      <dgm:spPr/>
      <dgm:t>
        <a:bodyPr/>
        <a:lstStyle/>
        <a:p>
          <a:endParaRPr lang="en-IN" sz="1600"/>
        </a:p>
      </dgm:t>
    </dgm:pt>
    <dgm:pt modelId="{740649D7-1952-4D5D-91DF-C1A0C2BA288C}" type="sibTrans" cxnId="{15CB7A6D-604C-4048-9544-572C7108CA13}">
      <dgm:prSet/>
      <dgm:spPr/>
      <dgm:t>
        <a:bodyPr/>
        <a:lstStyle/>
        <a:p>
          <a:endParaRPr lang="en-IN" sz="1600"/>
        </a:p>
      </dgm:t>
    </dgm:pt>
    <dgm:pt modelId="{024A06B8-E8ED-4C74-8991-C86AE59D65E9}">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adjusts to unique biochemical signatures.</a:t>
          </a:r>
          <a:endParaRPr lang="en-IN" sz="1600" dirty="0"/>
        </a:p>
      </dgm:t>
    </dgm:pt>
    <dgm:pt modelId="{A2C5DB4D-D4DF-471F-B31B-9FF7591ACDA5}" type="parTrans" cxnId="{9DC050D8-E273-443B-B371-8D5DBEE1576B}">
      <dgm:prSet/>
      <dgm:spPr/>
      <dgm:t>
        <a:bodyPr/>
        <a:lstStyle/>
        <a:p>
          <a:endParaRPr lang="en-IN" sz="1600"/>
        </a:p>
      </dgm:t>
    </dgm:pt>
    <dgm:pt modelId="{E970A750-5066-42F2-B0AB-EF17FF68135E}" type="sibTrans" cxnId="{9DC050D8-E273-443B-B371-8D5DBEE1576B}">
      <dgm:prSet/>
      <dgm:spPr/>
      <dgm:t>
        <a:bodyPr/>
        <a:lstStyle/>
        <a:p>
          <a:endParaRPr lang="en-IN" sz="1600"/>
        </a:p>
      </dgm:t>
    </dgm:pt>
    <dgm:pt modelId="{CF0384FF-C49B-4738-B483-AC565B36EF15}">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plans (Breakfast, Lunch, Dinner, Snacks) with</a:t>
          </a:r>
          <a:endParaRPr lang="en-IN" sz="1600" dirty="0"/>
        </a:p>
      </dgm:t>
    </dgm:pt>
    <dgm:pt modelId="{BD8FD078-B3A6-4223-BA50-954801944E1C}" type="parTrans" cxnId="{98CF6819-450F-4988-9F1D-A6F4E172FED8}">
      <dgm:prSet/>
      <dgm:spPr/>
      <dgm:t>
        <a:bodyPr/>
        <a:lstStyle/>
        <a:p>
          <a:endParaRPr lang="en-IN" sz="1600"/>
        </a:p>
      </dgm:t>
    </dgm:pt>
    <dgm:pt modelId="{6E3EA02C-16CA-467A-AD0A-10391BFE0913}" type="sibTrans" cxnId="{98CF6819-450F-4988-9F1D-A6F4E172FED8}">
      <dgm:prSet/>
      <dgm:spPr/>
      <dgm:t>
        <a:bodyPr/>
        <a:lstStyle/>
        <a:p>
          <a:endParaRPr lang="en-IN" sz="1600"/>
        </a:p>
      </dgm:t>
    </dgm:pt>
    <dgm:pt modelId="{C2D2186F-A0CD-49F9-B842-FB104247896F}">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specific nutritional tips.</a:t>
          </a:r>
          <a:endParaRPr lang="en-IN" sz="1600" dirty="0"/>
        </a:p>
      </dgm:t>
    </dgm:pt>
    <dgm:pt modelId="{4546955E-72D2-4683-8296-31F65B49E569}" type="parTrans" cxnId="{924D260E-C31D-433E-98AD-0AE2EF75F3C4}">
      <dgm:prSet/>
      <dgm:spPr/>
      <dgm:t>
        <a:bodyPr/>
        <a:lstStyle/>
        <a:p>
          <a:endParaRPr lang="en-IN" sz="1600"/>
        </a:p>
      </dgm:t>
    </dgm:pt>
    <dgm:pt modelId="{23F80D96-682D-4F28-8742-963AA84FA4CA}" type="sibTrans" cxnId="{924D260E-C31D-433E-98AD-0AE2EF75F3C4}">
      <dgm:prSet/>
      <dgm:spPr/>
      <dgm:t>
        <a:bodyPr/>
        <a:lstStyle/>
        <a:p>
          <a:endParaRPr lang="en-IN" sz="1600"/>
        </a:p>
      </dgm:t>
    </dgm:pt>
    <dgm:pt modelId="{9575139C-4931-49D0-A5C4-141EE9892A56}">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requirements.</a:t>
          </a:r>
          <a:endParaRPr lang="en-IN" sz="1600" dirty="0"/>
        </a:p>
      </dgm:t>
    </dgm:pt>
    <dgm:pt modelId="{C5639AFD-1983-4FD6-8106-5F4A4D817618}" type="parTrans" cxnId="{0CE22237-7C68-42F9-B9E0-72731ACF17C7}">
      <dgm:prSet/>
      <dgm:spPr/>
      <dgm:t>
        <a:bodyPr/>
        <a:lstStyle/>
        <a:p>
          <a:endParaRPr lang="en-IN" sz="1600"/>
        </a:p>
      </dgm:t>
    </dgm:pt>
    <dgm:pt modelId="{4A5928FD-41EC-4A19-BA7C-A467A2D8F652}" type="sibTrans" cxnId="{0CE22237-7C68-42F9-B9E0-72731ACF17C7}">
      <dgm:prSet/>
      <dgm:spPr/>
      <dgm:t>
        <a:bodyPr/>
        <a:lstStyle/>
        <a:p>
          <a:endParaRPr lang="en-IN" sz="1600"/>
        </a:p>
      </dgm:t>
    </dgm:pt>
    <dgm:pt modelId="{2CCA2B64-C4E1-449E-880C-6800F2E26F3C}">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sodium-restricted or heart-healthy dietary</a:t>
          </a:r>
          <a:endParaRPr lang="en-IN" sz="1600" dirty="0"/>
        </a:p>
      </dgm:t>
    </dgm:pt>
    <dgm:pt modelId="{FC6D1D2E-06B7-4181-9FD3-A25B742F46E3}" type="parTrans" cxnId="{41C6FC93-DC4F-4E64-8DC4-D2EA2F516E55}">
      <dgm:prSet/>
      <dgm:spPr/>
      <dgm:t>
        <a:bodyPr/>
        <a:lstStyle/>
        <a:p>
          <a:endParaRPr lang="en-IN" sz="1600"/>
        </a:p>
      </dgm:t>
    </dgm:pt>
    <dgm:pt modelId="{3EBE1BDB-0370-41DA-9540-503B4DBEC6CC}" type="sibTrans" cxnId="{41C6FC93-DC4F-4E64-8DC4-D2EA2F516E55}">
      <dgm:prSet/>
      <dgm:spPr/>
      <dgm:t>
        <a:bodyPr/>
        <a:lstStyle/>
        <a:p>
          <a:endParaRPr lang="en-IN" sz="1600"/>
        </a:p>
      </dgm:t>
    </dgm:pt>
    <dgm:pt modelId="{A1C01730-5F0A-487A-B9A9-1713A82D6281}">
      <dgm:prSet phldrT="[Text]" custT="1"/>
      <dgm:spPr/>
      <dgm:t>
        <a:bodyPr/>
        <a:lstStyle/>
        <a:p>
          <a:pPr>
            <a:buClrTx/>
            <a:buSzTx/>
            <a:buNone/>
          </a:pPr>
          <a:r>
            <a:rPr kumimoji="0" lang="en-US" altLang="en-US" sz="1600" b="0" i="0" u="none" strike="noStrike" cap="none" normalizeH="0" baseline="0">
              <a:ln/>
              <a:effectLst/>
              <a:latin typeface="Calibri" panose="020F0502020204030204" pitchFamily="34" charset="0"/>
              <a:ea typeface="Calibri" panose="020F0502020204030204" pitchFamily="34" charset="0"/>
              <a:cs typeface="Calibri" panose="020F0502020204030204" pitchFamily="34" charset="0"/>
            </a:rPr>
            <a:t>recommendations.</a:t>
          </a:r>
          <a:endParaRPr lang="en-IN" sz="1600" dirty="0"/>
        </a:p>
      </dgm:t>
    </dgm:pt>
    <dgm:pt modelId="{17EC10FD-650A-4660-B587-290985533EBE}" type="parTrans" cxnId="{B1942E39-9B8E-4AD1-ABF4-B3EB5AA2D21F}">
      <dgm:prSet/>
      <dgm:spPr/>
      <dgm:t>
        <a:bodyPr/>
        <a:lstStyle/>
        <a:p>
          <a:endParaRPr lang="en-IN" sz="1600"/>
        </a:p>
      </dgm:t>
    </dgm:pt>
    <dgm:pt modelId="{A6D2C9DB-2F71-43C0-A2BB-06C8D588E5C7}" type="sibTrans" cxnId="{B1942E39-9B8E-4AD1-ABF4-B3EB5AA2D21F}">
      <dgm:prSet/>
      <dgm:spPr/>
      <dgm:t>
        <a:bodyPr/>
        <a:lstStyle/>
        <a:p>
          <a:endParaRPr lang="en-IN" sz="1600"/>
        </a:p>
      </dgm:t>
    </dgm:pt>
    <dgm:pt modelId="{6FCAD5AC-AE58-4195-A395-0DA582A44571}" type="pres">
      <dgm:prSet presAssocID="{702AE0A5-A47E-4096-9F04-FCEC3A12B165}" presName="Name0" presStyleCnt="0">
        <dgm:presLayoutVars>
          <dgm:dir/>
          <dgm:animLvl val="lvl"/>
          <dgm:resizeHandles val="exact"/>
        </dgm:presLayoutVars>
      </dgm:prSet>
      <dgm:spPr/>
    </dgm:pt>
    <dgm:pt modelId="{7F288F8A-E5D9-408E-B0F2-0CD960588102}" type="pres">
      <dgm:prSet presAssocID="{19C0C896-DC90-4A3A-A841-8EF022D71F4B}" presName="linNode" presStyleCnt="0"/>
      <dgm:spPr/>
    </dgm:pt>
    <dgm:pt modelId="{4850B298-806D-4327-AA54-1D5BABAF721D}" type="pres">
      <dgm:prSet presAssocID="{19C0C896-DC90-4A3A-A841-8EF022D71F4B}" presName="parentText" presStyleLbl="node1" presStyleIdx="0" presStyleCnt="4" custLinFactNeighborY="-208">
        <dgm:presLayoutVars>
          <dgm:chMax val="1"/>
          <dgm:bulletEnabled val="1"/>
        </dgm:presLayoutVars>
      </dgm:prSet>
      <dgm:spPr/>
    </dgm:pt>
    <dgm:pt modelId="{1E30BD70-FB14-40CD-8760-92159399AC94}" type="pres">
      <dgm:prSet presAssocID="{19C0C896-DC90-4A3A-A841-8EF022D71F4B}" presName="descendantText" presStyleLbl="alignAccFollowNode1" presStyleIdx="0" presStyleCnt="4">
        <dgm:presLayoutVars>
          <dgm:bulletEnabled val="1"/>
        </dgm:presLayoutVars>
      </dgm:prSet>
      <dgm:spPr/>
    </dgm:pt>
    <dgm:pt modelId="{B703AB9C-9BB6-44DA-AF4A-9DBDDF06C5EE}" type="pres">
      <dgm:prSet presAssocID="{9601BA76-F7E3-4807-9A22-CF1417B8FBC2}" presName="sp" presStyleCnt="0"/>
      <dgm:spPr/>
    </dgm:pt>
    <dgm:pt modelId="{8D796105-872F-49F2-9734-841A1A632DF1}" type="pres">
      <dgm:prSet presAssocID="{A9E081E1-0345-4F7A-938B-ED0B6DB0CC76}" presName="linNode" presStyleCnt="0"/>
      <dgm:spPr/>
    </dgm:pt>
    <dgm:pt modelId="{13FEC49B-45C4-4D72-8EFD-D2C66FF56AF0}" type="pres">
      <dgm:prSet presAssocID="{A9E081E1-0345-4F7A-938B-ED0B6DB0CC76}" presName="parentText" presStyleLbl="node1" presStyleIdx="1" presStyleCnt="4">
        <dgm:presLayoutVars>
          <dgm:chMax val="1"/>
          <dgm:bulletEnabled val="1"/>
        </dgm:presLayoutVars>
      </dgm:prSet>
      <dgm:spPr/>
    </dgm:pt>
    <dgm:pt modelId="{AD860549-9710-4470-BA6B-5B67F429F6CD}" type="pres">
      <dgm:prSet presAssocID="{A9E081E1-0345-4F7A-938B-ED0B6DB0CC76}" presName="descendantText" presStyleLbl="alignAccFollowNode1" presStyleIdx="1" presStyleCnt="4">
        <dgm:presLayoutVars>
          <dgm:bulletEnabled val="1"/>
        </dgm:presLayoutVars>
      </dgm:prSet>
      <dgm:spPr/>
    </dgm:pt>
    <dgm:pt modelId="{4D4228C7-C08D-4ED2-8616-A19D90B58821}" type="pres">
      <dgm:prSet presAssocID="{2571E97F-0F82-43FC-8220-828B665E2793}" presName="sp" presStyleCnt="0"/>
      <dgm:spPr/>
    </dgm:pt>
    <dgm:pt modelId="{DFDD9336-F4C7-482A-9973-BCEF0A91F0D0}" type="pres">
      <dgm:prSet presAssocID="{D8A297E9-2950-4281-B057-4F34D47E409B}" presName="linNode" presStyleCnt="0"/>
      <dgm:spPr/>
    </dgm:pt>
    <dgm:pt modelId="{F40A08E0-03C5-4171-96D9-DBFCA39034EC}" type="pres">
      <dgm:prSet presAssocID="{D8A297E9-2950-4281-B057-4F34D47E409B}" presName="parentText" presStyleLbl="node1" presStyleIdx="2" presStyleCnt="4">
        <dgm:presLayoutVars>
          <dgm:chMax val="1"/>
          <dgm:bulletEnabled val="1"/>
        </dgm:presLayoutVars>
      </dgm:prSet>
      <dgm:spPr/>
    </dgm:pt>
    <dgm:pt modelId="{32B2299C-EE77-4FE1-8BAF-02C097B3A075}" type="pres">
      <dgm:prSet presAssocID="{D8A297E9-2950-4281-B057-4F34D47E409B}" presName="descendantText" presStyleLbl="alignAccFollowNode1" presStyleIdx="2" presStyleCnt="4">
        <dgm:presLayoutVars>
          <dgm:bulletEnabled val="1"/>
        </dgm:presLayoutVars>
      </dgm:prSet>
      <dgm:spPr/>
    </dgm:pt>
    <dgm:pt modelId="{6448BF16-0EEE-4F2D-A1C1-4B543AD17A8B}" type="pres">
      <dgm:prSet presAssocID="{EA14DBB3-1A82-4C71-AA9F-79792F150292}" presName="sp" presStyleCnt="0"/>
      <dgm:spPr/>
    </dgm:pt>
    <dgm:pt modelId="{9DEB8258-5ABB-4F2B-AAD6-AB79402A1465}" type="pres">
      <dgm:prSet presAssocID="{6590B960-56AE-4446-93A2-A3D9E28505D4}" presName="linNode" presStyleCnt="0"/>
      <dgm:spPr/>
    </dgm:pt>
    <dgm:pt modelId="{94DD506D-A423-4367-AE6F-83F34A96686E}" type="pres">
      <dgm:prSet presAssocID="{6590B960-56AE-4446-93A2-A3D9E28505D4}" presName="parentText" presStyleLbl="node1" presStyleIdx="3" presStyleCnt="4">
        <dgm:presLayoutVars>
          <dgm:chMax val="1"/>
          <dgm:bulletEnabled val="1"/>
        </dgm:presLayoutVars>
      </dgm:prSet>
      <dgm:spPr/>
    </dgm:pt>
    <dgm:pt modelId="{C3EE7124-B616-49AC-8EA0-E78A6648AC4F}" type="pres">
      <dgm:prSet presAssocID="{6590B960-56AE-4446-93A2-A3D9E28505D4}" presName="descendantText" presStyleLbl="alignAccFollowNode1" presStyleIdx="3" presStyleCnt="4">
        <dgm:presLayoutVars>
          <dgm:bulletEnabled val="1"/>
        </dgm:presLayoutVars>
      </dgm:prSet>
      <dgm:spPr/>
    </dgm:pt>
  </dgm:ptLst>
  <dgm:cxnLst>
    <dgm:cxn modelId="{3341DE07-CEDA-406A-8859-62F406058084}" type="presOf" srcId="{D75E22A1-EEB8-49C2-B964-6C4653F49F76}" destId="{AD860549-9710-4470-BA6B-5B67F429F6CD}" srcOrd="0" destOrd="0" presId="urn:microsoft.com/office/officeart/2005/8/layout/vList5"/>
    <dgm:cxn modelId="{8CF59308-9E94-4882-B8E6-E91C03C96824}" type="presOf" srcId="{0BFBEB37-ADB3-4100-ACD3-9A7A06AD58AC}" destId="{1E30BD70-FB14-40CD-8760-92159399AC94}" srcOrd="0" destOrd="0" presId="urn:microsoft.com/office/officeart/2005/8/layout/vList5"/>
    <dgm:cxn modelId="{77082E09-12CD-49B7-8FD3-00F4D38A1BA3}" type="presOf" srcId="{A1C01730-5F0A-487A-B9A9-1713A82D6281}" destId="{C3EE7124-B616-49AC-8EA0-E78A6648AC4F}" srcOrd="0" destOrd="2" presId="urn:microsoft.com/office/officeart/2005/8/layout/vList5"/>
    <dgm:cxn modelId="{B81E750A-DC05-49D2-AE78-FE5FB0F2381E}" type="presOf" srcId="{6590B960-56AE-4446-93A2-A3D9E28505D4}" destId="{94DD506D-A423-4367-AE6F-83F34A96686E}" srcOrd="0" destOrd="0" presId="urn:microsoft.com/office/officeart/2005/8/layout/vList5"/>
    <dgm:cxn modelId="{924D260E-C31D-433E-98AD-0AE2EF75F3C4}" srcId="{A9E081E1-0345-4F7A-938B-ED0B6DB0CC76}" destId="{C2D2186F-A0CD-49F9-B842-FB104247896F}" srcOrd="2" destOrd="0" parTransId="{4546955E-72D2-4683-8296-31F65B49E569}" sibTransId="{23F80D96-682D-4F28-8742-963AA84FA4CA}"/>
    <dgm:cxn modelId="{940F7A13-23BF-4719-8F79-80A9F65F02C9}" srcId="{702AE0A5-A47E-4096-9F04-FCEC3A12B165}" destId="{D8A297E9-2950-4281-B057-4F34D47E409B}" srcOrd="2" destOrd="0" parTransId="{F2A0ADB0-E622-40B4-9CED-AC74513193B2}" sibTransId="{EA14DBB3-1A82-4C71-AA9F-79792F150292}"/>
    <dgm:cxn modelId="{98CF6819-450F-4988-9F1D-A6F4E172FED8}" srcId="{A9E081E1-0345-4F7A-938B-ED0B6DB0CC76}" destId="{CF0384FF-C49B-4738-B483-AC565B36EF15}" srcOrd="1" destOrd="0" parTransId="{BD8FD078-B3A6-4223-BA50-954801944E1C}" sibTransId="{6E3EA02C-16CA-467A-AD0A-10391BFE0913}"/>
    <dgm:cxn modelId="{71C5BC2D-952F-46AB-B848-2DB0050A5AC9}" type="presOf" srcId="{CF0384FF-C49B-4738-B483-AC565B36EF15}" destId="{AD860549-9710-4470-BA6B-5B67F429F6CD}" srcOrd="0" destOrd="1" presId="urn:microsoft.com/office/officeart/2005/8/layout/vList5"/>
    <dgm:cxn modelId="{0CE22237-7C68-42F9-B9E0-72731ACF17C7}" srcId="{D8A297E9-2950-4281-B057-4F34D47E409B}" destId="{9575139C-4931-49D0-A5C4-141EE9892A56}" srcOrd="1" destOrd="0" parTransId="{C5639AFD-1983-4FD6-8106-5F4A4D817618}" sibTransId="{4A5928FD-41EC-4A19-BA7C-A467A2D8F652}"/>
    <dgm:cxn modelId="{B1942E39-9B8E-4AD1-ABF4-B3EB5AA2D21F}" srcId="{6590B960-56AE-4446-93A2-A3D9E28505D4}" destId="{A1C01730-5F0A-487A-B9A9-1713A82D6281}" srcOrd="2" destOrd="0" parTransId="{17EC10FD-650A-4660-B587-290985533EBE}" sibTransId="{A6D2C9DB-2F71-43C0-A2BB-06C8D588E5C7}"/>
    <dgm:cxn modelId="{5775C83D-59AA-4F9A-A522-FFC748A3AD77}" type="presOf" srcId="{19C0C896-DC90-4A3A-A841-8EF022D71F4B}" destId="{4850B298-806D-4327-AA54-1D5BABAF721D}" srcOrd="0" destOrd="0" presId="urn:microsoft.com/office/officeart/2005/8/layout/vList5"/>
    <dgm:cxn modelId="{3A5E8040-0AA8-4F93-B39F-D2DB69C9B4D9}" type="presOf" srcId="{9575139C-4931-49D0-A5C4-141EE9892A56}" destId="{32B2299C-EE77-4FE1-8BAF-02C097B3A075}" srcOrd="0" destOrd="1" presId="urn:microsoft.com/office/officeart/2005/8/layout/vList5"/>
    <dgm:cxn modelId="{15CB7A6D-604C-4048-9544-572C7108CA13}" srcId="{702AE0A5-A47E-4096-9F04-FCEC3A12B165}" destId="{6590B960-56AE-4446-93A2-A3D9E28505D4}" srcOrd="3" destOrd="0" parTransId="{E0114442-376C-4343-B463-0541AE97A8E6}" sibTransId="{740649D7-1952-4D5D-91DF-C1A0C2BA288C}"/>
    <dgm:cxn modelId="{D8E0454E-893D-4FB8-9C90-EA8A8B46FF08}" type="presOf" srcId="{A9E081E1-0345-4F7A-938B-ED0B6DB0CC76}" destId="{13FEC49B-45C4-4D72-8EFD-D2C66FF56AF0}" srcOrd="0" destOrd="0" presId="urn:microsoft.com/office/officeart/2005/8/layout/vList5"/>
    <dgm:cxn modelId="{09C1B16F-EB5B-49C2-A7F1-04659BC027E4}" type="presOf" srcId="{D8A297E9-2950-4281-B057-4F34D47E409B}" destId="{F40A08E0-03C5-4171-96D9-DBFCA39034EC}" srcOrd="0" destOrd="0" presId="urn:microsoft.com/office/officeart/2005/8/layout/vList5"/>
    <dgm:cxn modelId="{05C42873-51B2-4DCA-BFE8-02A64D6702CA}" srcId="{702AE0A5-A47E-4096-9F04-FCEC3A12B165}" destId="{A9E081E1-0345-4F7A-938B-ED0B6DB0CC76}" srcOrd="1" destOrd="0" parTransId="{6059875A-F80D-4A35-B373-F632D9BAB14B}" sibTransId="{2571E97F-0F82-43FC-8220-828B665E2793}"/>
    <dgm:cxn modelId="{C21F367A-68B4-4D83-828B-6EE84674B295}" type="presOf" srcId="{2CCA2B64-C4E1-449E-880C-6800F2E26F3C}" destId="{C3EE7124-B616-49AC-8EA0-E78A6648AC4F}" srcOrd="0" destOrd="1" presId="urn:microsoft.com/office/officeart/2005/8/layout/vList5"/>
    <dgm:cxn modelId="{057D5683-4C33-42B0-A8E0-8A2C497C3D6F}" type="presOf" srcId="{374ABCAE-77CB-4F07-B8F1-71EF5BDBB447}" destId="{32B2299C-EE77-4FE1-8BAF-02C097B3A075}" srcOrd="0" destOrd="0" presId="urn:microsoft.com/office/officeart/2005/8/layout/vList5"/>
    <dgm:cxn modelId="{41C6FC93-DC4F-4E64-8DC4-D2EA2F516E55}" srcId="{6590B960-56AE-4446-93A2-A3D9E28505D4}" destId="{2CCA2B64-C4E1-449E-880C-6800F2E26F3C}" srcOrd="1" destOrd="0" parTransId="{FC6D1D2E-06B7-4181-9FD3-A25B742F46E3}" sibTransId="{3EBE1BDB-0370-41DA-9540-503B4DBEC6CC}"/>
    <dgm:cxn modelId="{8A647794-C2E6-43D9-A970-84AD53AB79C2}" srcId="{A9E081E1-0345-4F7A-938B-ED0B6DB0CC76}" destId="{D75E22A1-EEB8-49C2-B964-6C4653F49F76}" srcOrd="0" destOrd="0" parTransId="{F11B01D3-77FB-4920-8191-57E5933EC111}" sibTransId="{A274589A-565C-4197-84FD-202C2C3E4C78}"/>
    <dgm:cxn modelId="{0CB7F198-48A2-4E45-9B42-C0E43336CD5D}" srcId="{D8A297E9-2950-4281-B057-4F34D47E409B}" destId="{374ABCAE-77CB-4F07-B8F1-71EF5BDBB447}" srcOrd="0" destOrd="0" parTransId="{631C3107-7776-43F0-9228-9A5FC2468CA0}" sibTransId="{3F7B38FF-5E7F-4868-9F56-52BD7EA55B31}"/>
    <dgm:cxn modelId="{CCE8B0A0-AD58-4337-924B-8B4498C5A11B}" srcId="{19C0C896-DC90-4A3A-A841-8EF022D71F4B}" destId="{0BFBEB37-ADB3-4100-ACD3-9A7A06AD58AC}" srcOrd="0" destOrd="0" parTransId="{BF0B5C84-D194-4F62-B7A3-91EDAB8E6A47}" sibTransId="{75EA7B5E-CF4D-4A66-83EA-5453DC80E897}"/>
    <dgm:cxn modelId="{8BB730A9-96C5-45A6-8DD5-9AE99CB7CF2E}" type="presOf" srcId="{C2D2186F-A0CD-49F9-B842-FB104247896F}" destId="{AD860549-9710-4470-BA6B-5B67F429F6CD}" srcOrd="0" destOrd="2" presId="urn:microsoft.com/office/officeart/2005/8/layout/vList5"/>
    <dgm:cxn modelId="{3C9D92BB-4797-4055-B071-54F105CD28F6}" type="presOf" srcId="{3CE13566-16E2-459B-83D0-7EEFB35C628E}" destId="{C3EE7124-B616-49AC-8EA0-E78A6648AC4F}" srcOrd="0" destOrd="0" presId="urn:microsoft.com/office/officeart/2005/8/layout/vList5"/>
    <dgm:cxn modelId="{9DC050D8-E273-443B-B371-8D5DBEE1576B}" srcId="{19C0C896-DC90-4A3A-A841-8EF022D71F4B}" destId="{024A06B8-E8ED-4C74-8991-C86AE59D65E9}" srcOrd="1" destOrd="0" parTransId="{A2C5DB4D-D4DF-471F-B31B-9FF7591ACDA5}" sibTransId="{E970A750-5066-42F2-B0AB-EF17FF68135E}"/>
    <dgm:cxn modelId="{1E5528E6-86D3-4A52-812B-512A2EF69AFC}" type="presOf" srcId="{702AE0A5-A47E-4096-9F04-FCEC3A12B165}" destId="{6FCAD5AC-AE58-4195-A395-0DA582A44571}" srcOrd="0" destOrd="0" presId="urn:microsoft.com/office/officeart/2005/8/layout/vList5"/>
    <dgm:cxn modelId="{1AA78FE6-726F-447A-B1E5-85304C343BE5}" type="presOf" srcId="{024A06B8-E8ED-4C74-8991-C86AE59D65E9}" destId="{1E30BD70-FB14-40CD-8760-92159399AC94}" srcOrd="0" destOrd="1" presId="urn:microsoft.com/office/officeart/2005/8/layout/vList5"/>
    <dgm:cxn modelId="{F22623F0-4108-47DA-A811-D8C4283BD5D5}" srcId="{702AE0A5-A47E-4096-9F04-FCEC3A12B165}" destId="{19C0C896-DC90-4A3A-A841-8EF022D71F4B}" srcOrd="0" destOrd="0" parTransId="{4AD2ADC0-21A0-4C75-BD66-DB6A8B6E4234}" sibTransId="{9601BA76-F7E3-4807-9A22-CF1417B8FBC2}"/>
    <dgm:cxn modelId="{2582F5FB-9DED-4225-822F-C5D3DCB0B14C}" srcId="{6590B960-56AE-4446-93A2-A3D9E28505D4}" destId="{3CE13566-16E2-459B-83D0-7EEFB35C628E}" srcOrd="0" destOrd="0" parTransId="{8ECD99F3-A2BC-40BE-B0B6-5D7216F978EF}" sibTransId="{B5AE2E42-1ABD-4D1A-9129-5FB82D8EAB15}"/>
    <dgm:cxn modelId="{83D01E4C-B747-4906-971A-CB61E82A31B2}" type="presParOf" srcId="{6FCAD5AC-AE58-4195-A395-0DA582A44571}" destId="{7F288F8A-E5D9-408E-B0F2-0CD960588102}" srcOrd="0" destOrd="0" presId="urn:microsoft.com/office/officeart/2005/8/layout/vList5"/>
    <dgm:cxn modelId="{B7E26E06-C3CD-4C6A-BF9C-CD22FB57FB4C}" type="presParOf" srcId="{7F288F8A-E5D9-408E-B0F2-0CD960588102}" destId="{4850B298-806D-4327-AA54-1D5BABAF721D}" srcOrd="0" destOrd="0" presId="urn:microsoft.com/office/officeart/2005/8/layout/vList5"/>
    <dgm:cxn modelId="{EDFBA4F4-2779-4F5D-90EB-D67407291664}" type="presParOf" srcId="{7F288F8A-E5D9-408E-B0F2-0CD960588102}" destId="{1E30BD70-FB14-40CD-8760-92159399AC94}" srcOrd="1" destOrd="0" presId="urn:microsoft.com/office/officeart/2005/8/layout/vList5"/>
    <dgm:cxn modelId="{37230406-06E0-4042-B28F-CFC91ED50123}" type="presParOf" srcId="{6FCAD5AC-AE58-4195-A395-0DA582A44571}" destId="{B703AB9C-9BB6-44DA-AF4A-9DBDDF06C5EE}" srcOrd="1" destOrd="0" presId="urn:microsoft.com/office/officeart/2005/8/layout/vList5"/>
    <dgm:cxn modelId="{AB53D06E-530A-4D18-9AA2-94799AEE85E5}" type="presParOf" srcId="{6FCAD5AC-AE58-4195-A395-0DA582A44571}" destId="{8D796105-872F-49F2-9734-841A1A632DF1}" srcOrd="2" destOrd="0" presId="urn:microsoft.com/office/officeart/2005/8/layout/vList5"/>
    <dgm:cxn modelId="{3763668E-F753-496E-B267-3D8B61A2D38B}" type="presParOf" srcId="{8D796105-872F-49F2-9734-841A1A632DF1}" destId="{13FEC49B-45C4-4D72-8EFD-D2C66FF56AF0}" srcOrd="0" destOrd="0" presId="urn:microsoft.com/office/officeart/2005/8/layout/vList5"/>
    <dgm:cxn modelId="{BE709447-E6E9-4886-903C-7D32BEC3E7D6}" type="presParOf" srcId="{8D796105-872F-49F2-9734-841A1A632DF1}" destId="{AD860549-9710-4470-BA6B-5B67F429F6CD}" srcOrd="1" destOrd="0" presId="urn:microsoft.com/office/officeart/2005/8/layout/vList5"/>
    <dgm:cxn modelId="{0101C2B8-D385-4F58-A86C-8E97AC35E105}" type="presParOf" srcId="{6FCAD5AC-AE58-4195-A395-0DA582A44571}" destId="{4D4228C7-C08D-4ED2-8616-A19D90B58821}" srcOrd="3" destOrd="0" presId="urn:microsoft.com/office/officeart/2005/8/layout/vList5"/>
    <dgm:cxn modelId="{E7357E93-6B6B-42D4-93C9-B90C1F50029A}" type="presParOf" srcId="{6FCAD5AC-AE58-4195-A395-0DA582A44571}" destId="{DFDD9336-F4C7-482A-9973-BCEF0A91F0D0}" srcOrd="4" destOrd="0" presId="urn:microsoft.com/office/officeart/2005/8/layout/vList5"/>
    <dgm:cxn modelId="{C849252C-121E-4219-A5FD-FCFFFDC9535A}" type="presParOf" srcId="{DFDD9336-F4C7-482A-9973-BCEF0A91F0D0}" destId="{F40A08E0-03C5-4171-96D9-DBFCA39034EC}" srcOrd="0" destOrd="0" presId="urn:microsoft.com/office/officeart/2005/8/layout/vList5"/>
    <dgm:cxn modelId="{00EF9F73-DE45-4235-B1E8-3B10302EF51B}" type="presParOf" srcId="{DFDD9336-F4C7-482A-9973-BCEF0A91F0D0}" destId="{32B2299C-EE77-4FE1-8BAF-02C097B3A075}" srcOrd="1" destOrd="0" presId="urn:microsoft.com/office/officeart/2005/8/layout/vList5"/>
    <dgm:cxn modelId="{D5AC1A17-F950-4D2C-82F7-68DDE27665EC}" type="presParOf" srcId="{6FCAD5AC-AE58-4195-A395-0DA582A44571}" destId="{6448BF16-0EEE-4F2D-A1C1-4B543AD17A8B}" srcOrd="5" destOrd="0" presId="urn:microsoft.com/office/officeart/2005/8/layout/vList5"/>
    <dgm:cxn modelId="{1BE4F370-ECDF-4117-B02C-805A206304B8}" type="presParOf" srcId="{6FCAD5AC-AE58-4195-A395-0DA582A44571}" destId="{9DEB8258-5ABB-4F2B-AAD6-AB79402A1465}" srcOrd="6" destOrd="0" presId="urn:microsoft.com/office/officeart/2005/8/layout/vList5"/>
    <dgm:cxn modelId="{867BFAD2-42C4-4FFC-AD20-B6D4A467F547}" type="presParOf" srcId="{9DEB8258-5ABB-4F2B-AAD6-AB79402A1465}" destId="{94DD506D-A423-4367-AE6F-83F34A96686E}" srcOrd="0" destOrd="0" presId="urn:microsoft.com/office/officeart/2005/8/layout/vList5"/>
    <dgm:cxn modelId="{4D4D41E1-5E57-4ACB-965F-A9A0B3A087AD}" type="presParOf" srcId="{9DEB8258-5ABB-4F2B-AAD6-AB79402A1465}" destId="{C3EE7124-B616-49AC-8EA0-E78A6648AC4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6C87FEB-38DE-416B-B762-8DC78216F6EA}" type="doc">
      <dgm:prSet loTypeId="urn:microsoft.com/office/officeart/2005/8/layout/vList2" loCatId="list" qsTypeId="urn:microsoft.com/office/officeart/2005/8/quickstyle/simple2" qsCatId="simple" csTypeId="urn:microsoft.com/office/officeart/2005/8/colors/accent0_3" csCatId="mainScheme" phldr="1"/>
      <dgm:spPr/>
      <dgm:t>
        <a:bodyPr/>
        <a:lstStyle/>
        <a:p>
          <a:endParaRPr lang="en-IN"/>
        </a:p>
      </dgm:t>
    </dgm:pt>
    <dgm:pt modelId="{D8ED6651-6A83-46DE-85B4-CD8D56840D1C}">
      <dgm:prSet phldrT="[Text]" custT="1"/>
      <dgm:spPr/>
      <dgm:t>
        <a:bodyPr/>
        <a:lstStyle/>
        <a:p>
          <a:pPr algn="l"/>
          <a:r>
            <a:rPr lang="en-US" sz="1700" b="1" u="sng" dirty="0">
              <a:latin typeface="Calibri" panose="020F0502020204030204" pitchFamily="34" charset="0"/>
              <a:ea typeface="Calibri" panose="020F0502020204030204" pitchFamily="34" charset="0"/>
              <a:cs typeface="Calibri" panose="020F0502020204030204" pitchFamily="34" charset="0"/>
            </a:rPr>
            <a:t>1. IoT Integration:</a:t>
          </a:r>
          <a:r>
            <a:rPr lang="en-US" sz="1700" u="sng" dirty="0">
              <a:latin typeface="Calibri" panose="020F0502020204030204" pitchFamily="34" charset="0"/>
              <a:ea typeface="Calibri" panose="020F0502020204030204" pitchFamily="34" charset="0"/>
              <a:cs typeface="Calibri" panose="020F0502020204030204" pitchFamily="34" charset="0"/>
            </a:rPr>
            <a:t> </a:t>
          </a:r>
        </a:p>
        <a:p>
          <a:pPr algn="l"/>
          <a:r>
            <a:rPr lang="en-US" sz="1700" b="0" dirty="0">
              <a:latin typeface="Calibri" panose="020F0502020204030204" pitchFamily="34" charset="0"/>
              <a:ea typeface="Calibri" panose="020F0502020204030204" pitchFamily="34" charset="0"/>
              <a:cs typeface="Calibri" panose="020F0502020204030204" pitchFamily="34" charset="0"/>
            </a:rPr>
            <a:t>Wearable data sync (Apple Health/Google Fit) for real-time vital monitoring.</a:t>
          </a:r>
          <a:endParaRPr lang="en-IN" sz="1700" b="0" dirty="0"/>
        </a:p>
      </dgm:t>
    </dgm:pt>
    <dgm:pt modelId="{A8FB677F-B557-42D4-837E-5CA3000E86E8}" type="parTrans" cxnId="{4832A503-A5BE-4C28-8C1C-46C370EE68AF}">
      <dgm:prSet/>
      <dgm:spPr/>
      <dgm:t>
        <a:bodyPr/>
        <a:lstStyle/>
        <a:p>
          <a:endParaRPr lang="en-IN"/>
        </a:p>
      </dgm:t>
    </dgm:pt>
    <dgm:pt modelId="{46C757F9-A133-4147-AE72-6A2A61FE492F}" type="sibTrans" cxnId="{4832A503-A5BE-4C28-8C1C-46C370EE68AF}">
      <dgm:prSet/>
      <dgm:spPr/>
      <dgm:t>
        <a:bodyPr/>
        <a:lstStyle/>
        <a:p>
          <a:endParaRPr lang="en-IN"/>
        </a:p>
      </dgm:t>
    </dgm:pt>
    <dgm:pt modelId="{7628E08A-367A-4B8A-9297-BA50FFAC5157}">
      <dgm:prSet phldrT="[Text]" custT="1"/>
      <dgm:spPr/>
      <dgm:t>
        <a:bodyPr/>
        <a:lstStyle/>
        <a:p>
          <a:pPr algn="l"/>
          <a:r>
            <a:rPr lang="en-US" sz="1700" b="1" u="sng" dirty="0">
              <a:latin typeface="Calibri" panose="020F0502020204030204" pitchFamily="34" charset="0"/>
              <a:ea typeface="Calibri" panose="020F0502020204030204" pitchFamily="34" charset="0"/>
              <a:cs typeface="Calibri" panose="020F0502020204030204" pitchFamily="34" charset="0"/>
            </a:rPr>
            <a:t>2. Predictive Analytics</a:t>
          </a:r>
          <a:r>
            <a:rPr lang="en-US" sz="1700" b="1" dirty="0">
              <a:latin typeface="Calibri" panose="020F0502020204030204" pitchFamily="34" charset="0"/>
              <a:ea typeface="Calibri" panose="020F0502020204030204" pitchFamily="34" charset="0"/>
              <a:cs typeface="Calibri" panose="020F0502020204030204" pitchFamily="34" charset="0"/>
            </a:rPr>
            <a:t>:</a:t>
          </a:r>
        </a:p>
        <a:p>
          <a:pPr algn="l"/>
          <a:r>
            <a:rPr lang="en-US" sz="1700" dirty="0">
              <a:latin typeface="Calibri" panose="020F0502020204030204" pitchFamily="34" charset="0"/>
              <a:ea typeface="Calibri" panose="020F0502020204030204" pitchFamily="34" charset="0"/>
              <a:cs typeface="Calibri" panose="020F0502020204030204" pitchFamily="34" charset="0"/>
            </a:rPr>
            <a:t>Moving from heuristic scoring to Deep Neural Networks for 10-year disease forecasting.</a:t>
          </a:r>
          <a:endParaRPr lang="en-IN" sz="1700" dirty="0"/>
        </a:p>
      </dgm:t>
    </dgm:pt>
    <dgm:pt modelId="{A17C5936-6811-4E82-A74C-A14F457DE1D8}" type="parTrans" cxnId="{EBC06EC2-5EAC-4A04-BDA4-CAE1151D66D7}">
      <dgm:prSet/>
      <dgm:spPr/>
      <dgm:t>
        <a:bodyPr/>
        <a:lstStyle/>
        <a:p>
          <a:endParaRPr lang="en-IN"/>
        </a:p>
      </dgm:t>
    </dgm:pt>
    <dgm:pt modelId="{5A89B4FE-0DA0-49A8-9622-222DED5ADBE0}" type="sibTrans" cxnId="{EBC06EC2-5EAC-4A04-BDA4-CAE1151D66D7}">
      <dgm:prSet/>
      <dgm:spPr/>
      <dgm:t>
        <a:bodyPr/>
        <a:lstStyle/>
        <a:p>
          <a:endParaRPr lang="en-IN"/>
        </a:p>
      </dgm:t>
    </dgm:pt>
    <dgm:pt modelId="{CFBDE6F7-E144-4C0F-91F6-A6AE505FB646}">
      <dgm:prSet phldrT="[Text]" custT="1"/>
      <dgm:spPr/>
      <dgm:t>
        <a:bodyPr/>
        <a:lstStyle/>
        <a:p>
          <a:pPr algn="l">
            <a:buFont typeface="Arial" panose="020B0604020202020204" pitchFamily="34" charset="0"/>
            <a:buChar char="•"/>
          </a:pPr>
          <a:r>
            <a:rPr lang="en-US" sz="1700" b="1" u="sng" dirty="0">
              <a:latin typeface="Calibri" panose="020F0502020204030204" pitchFamily="34" charset="0"/>
              <a:ea typeface="Calibri" panose="020F0502020204030204" pitchFamily="34" charset="0"/>
              <a:cs typeface="Calibri" panose="020F0502020204030204" pitchFamily="34" charset="0"/>
            </a:rPr>
            <a:t>3. Multilingual Support:</a:t>
          </a:r>
        </a:p>
        <a:p>
          <a:pPr algn="l">
            <a:buFont typeface="Arial" panose="020B0604020202020204" pitchFamily="34" charset="0"/>
            <a:buChar char="•"/>
          </a:pPr>
          <a:r>
            <a:rPr lang="en-US" sz="1700" dirty="0">
              <a:latin typeface="Calibri" panose="020F0502020204030204" pitchFamily="34" charset="0"/>
              <a:ea typeface="Calibri" panose="020F0502020204030204" pitchFamily="34" charset="0"/>
              <a:cs typeface="Calibri" panose="020F0502020204030204" pitchFamily="34" charset="0"/>
            </a:rPr>
            <a:t>Localizing AI health guidance for non-English speaking developing nations.</a:t>
          </a:r>
          <a:endParaRPr lang="en-IN" sz="1700" dirty="0"/>
        </a:p>
      </dgm:t>
    </dgm:pt>
    <dgm:pt modelId="{C1EC4C88-E72F-4674-A696-11F8DEAB7AAD}" type="parTrans" cxnId="{9FD73F5D-A7F6-48DE-A9FC-79363D5B4531}">
      <dgm:prSet/>
      <dgm:spPr/>
      <dgm:t>
        <a:bodyPr/>
        <a:lstStyle/>
        <a:p>
          <a:endParaRPr lang="en-IN"/>
        </a:p>
      </dgm:t>
    </dgm:pt>
    <dgm:pt modelId="{AA201356-401A-41C1-A622-AC6BDB4B4514}" type="sibTrans" cxnId="{9FD73F5D-A7F6-48DE-A9FC-79363D5B4531}">
      <dgm:prSet/>
      <dgm:spPr/>
      <dgm:t>
        <a:bodyPr/>
        <a:lstStyle/>
        <a:p>
          <a:endParaRPr lang="en-IN"/>
        </a:p>
      </dgm:t>
    </dgm:pt>
    <dgm:pt modelId="{3EA40036-2807-4770-A9C0-972A1BB74796}">
      <dgm:prSet phldrT="[Text]" custT="1"/>
      <dgm:spPr/>
      <dgm:t>
        <a:bodyPr/>
        <a:lstStyle/>
        <a:p>
          <a:pPr algn="l"/>
          <a:r>
            <a:rPr lang="en-US" sz="1700" b="1" u="sng" dirty="0">
              <a:latin typeface="Calibri" panose="020F0502020204030204" pitchFamily="34" charset="0"/>
              <a:ea typeface="Calibri" panose="020F0502020204030204" pitchFamily="34" charset="0"/>
              <a:cs typeface="Calibri" panose="020F0502020204030204" pitchFamily="34" charset="0"/>
            </a:rPr>
            <a:t>4. Telehealth Bridge: </a:t>
          </a:r>
        </a:p>
        <a:p>
          <a:pPr algn="l"/>
          <a:r>
            <a:rPr lang="en-US" sz="1700" dirty="0">
              <a:latin typeface="Calibri" panose="020F0502020204030204" pitchFamily="34" charset="0"/>
              <a:ea typeface="Calibri" panose="020F0502020204030204" pitchFamily="34" charset="0"/>
              <a:cs typeface="Calibri" panose="020F0502020204030204" pitchFamily="34" charset="0"/>
            </a:rPr>
            <a:t>One-click sharing of DetectraCare reports with certified medical professionals.</a:t>
          </a:r>
          <a:endParaRPr lang="en-IN" sz="1700" dirty="0"/>
        </a:p>
      </dgm:t>
    </dgm:pt>
    <dgm:pt modelId="{5BB72189-06F2-4FAE-9E81-318C71265402}" type="parTrans" cxnId="{EF5C0E22-93F8-4FFC-9345-B9D8A2A3BD26}">
      <dgm:prSet/>
      <dgm:spPr/>
      <dgm:t>
        <a:bodyPr/>
        <a:lstStyle/>
        <a:p>
          <a:endParaRPr lang="en-IN"/>
        </a:p>
      </dgm:t>
    </dgm:pt>
    <dgm:pt modelId="{AFB22172-19A9-4288-A906-1E743350B6CD}" type="sibTrans" cxnId="{EF5C0E22-93F8-4FFC-9345-B9D8A2A3BD26}">
      <dgm:prSet/>
      <dgm:spPr/>
      <dgm:t>
        <a:bodyPr/>
        <a:lstStyle/>
        <a:p>
          <a:endParaRPr lang="en-IN"/>
        </a:p>
      </dgm:t>
    </dgm:pt>
    <dgm:pt modelId="{29A9AA41-A385-491C-AA94-7428201BEB3F}" type="pres">
      <dgm:prSet presAssocID="{86C87FEB-38DE-416B-B762-8DC78216F6EA}" presName="linear" presStyleCnt="0">
        <dgm:presLayoutVars>
          <dgm:animLvl val="lvl"/>
          <dgm:resizeHandles val="exact"/>
        </dgm:presLayoutVars>
      </dgm:prSet>
      <dgm:spPr/>
    </dgm:pt>
    <dgm:pt modelId="{091487F5-2AB5-4991-A0A8-5AD7FA61F967}" type="pres">
      <dgm:prSet presAssocID="{D8ED6651-6A83-46DE-85B4-CD8D56840D1C}" presName="parentText" presStyleLbl="node1" presStyleIdx="0" presStyleCnt="4">
        <dgm:presLayoutVars>
          <dgm:chMax val="0"/>
          <dgm:bulletEnabled val="1"/>
        </dgm:presLayoutVars>
      </dgm:prSet>
      <dgm:spPr/>
    </dgm:pt>
    <dgm:pt modelId="{5F7EE2A7-BD4D-4CEF-BD55-41541825A277}" type="pres">
      <dgm:prSet presAssocID="{46C757F9-A133-4147-AE72-6A2A61FE492F}" presName="spacer" presStyleCnt="0"/>
      <dgm:spPr/>
    </dgm:pt>
    <dgm:pt modelId="{272470C2-E02A-4E40-946C-9C74022BAE82}" type="pres">
      <dgm:prSet presAssocID="{7628E08A-367A-4B8A-9297-BA50FFAC5157}" presName="parentText" presStyleLbl="node1" presStyleIdx="1" presStyleCnt="4">
        <dgm:presLayoutVars>
          <dgm:chMax val="0"/>
          <dgm:bulletEnabled val="1"/>
        </dgm:presLayoutVars>
      </dgm:prSet>
      <dgm:spPr/>
    </dgm:pt>
    <dgm:pt modelId="{796C6EF8-1F88-4C11-9968-24F2C0F3F075}" type="pres">
      <dgm:prSet presAssocID="{5A89B4FE-0DA0-49A8-9622-222DED5ADBE0}" presName="spacer" presStyleCnt="0"/>
      <dgm:spPr/>
    </dgm:pt>
    <dgm:pt modelId="{74340F13-23D8-4F9D-B090-C32BD94E2A05}" type="pres">
      <dgm:prSet presAssocID="{CFBDE6F7-E144-4C0F-91F6-A6AE505FB646}" presName="parentText" presStyleLbl="node1" presStyleIdx="2" presStyleCnt="4">
        <dgm:presLayoutVars>
          <dgm:chMax val="0"/>
          <dgm:bulletEnabled val="1"/>
        </dgm:presLayoutVars>
      </dgm:prSet>
      <dgm:spPr/>
    </dgm:pt>
    <dgm:pt modelId="{65847C6A-1B2F-4589-B38B-22EB6D2B35B6}" type="pres">
      <dgm:prSet presAssocID="{AA201356-401A-41C1-A622-AC6BDB4B4514}" presName="spacer" presStyleCnt="0"/>
      <dgm:spPr/>
    </dgm:pt>
    <dgm:pt modelId="{A79390FD-0CB8-4C0C-AC45-CB01E38D088C}" type="pres">
      <dgm:prSet presAssocID="{3EA40036-2807-4770-A9C0-972A1BB74796}" presName="parentText" presStyleLbl="node1" presStyleIdx="3" presStyleCnt="4">
        <dgm:presLayoutVars>
          <dgm:chMax val="0"/>
          <dgm:bulletEnabled val="1"/>
        </dgm:presLayoutVars>
      </dgm:prSet>
      <dgm:spPr/>
    </dgm:pt>
  </dgm:ptLst>
  <dgm:cxnLst>
    <dgm:cxn modelId="{4832A503-A5BE-4C28-8C1C-46C370EE68AF}" srcId="{86C87FEB-38DE-416B-B762-8DC78216F6EA}" destId="{D8ED6651-6A83-46DE-85B4-CD8D56840D1C}" srcOrd="0" destOrd="0" parTransId="{A8FB677F-B557-42D4-837E-5CA3000E86E8}" sibTransId="{46C757F9-A133-4147-AE72-6A2A61FE492F}"/>
    <dgm:cxn modelId="{EF5C0E22-93F8-4FFC-9345-B9D8A2A3BD26}" srcId="{86C87FEB-38DE-416B-B762-8DC78216F6EA}" destId="{3EA40036-2807-4770-A9C0-972A1BB74796}" srcOrd="3" destOrd="0" parTransId="{5BB72189-06F2-4FAE-9E81-318C71265402}" sibTransId="{AFB22172-19A9-4288-A906-1E743350B6CD}"/>
    <dgm:cxn modelId="{07C1B72B-F82F-413F-8525-B8644D08EEEF}" type="presOf" srcId="{7628E08A-367A-4B8A-9297-BA50FFAC5157}" destId="{272470C2-E02A-4E40-946C-9C74022BAE82}" srcOrd="0" destOrd="0" presId="urn:microsoft.com/office/officeart/2005/8/layout/vList2"/>
    <dgm:cxn modelId="{9FD73F5D-A7F6-48DE-A9FC-79363D5B4531}" srcId="{86C87FEB-38DE-416B-B762-8DC78216F6EA}" destId="{CFBDE6F7-E144-4C0F-91F6-A6AE505FB646}" srcOrd="2" destOrd="0" parTransId="{C1EC4C88-E72F-4674-A696-11F8DEAB7AAD}" sibTransId="{AA201356-401A-41C1-A622-AC6BDB4B4514}"/>
    <dgm:cxn modelId="{72598263-8869-475C-A6BF-6D20CC43F40B}" type="presOf" srcId="{D8ED6651-6A83-46DE-85B4-CD8D56840D1C}" destId="{091487F5-2AB5-4991-A0A8-5AD7FA61F967}" srcOrd="0" destOrd="0" presId="urn:microsoft.com/office/officeart/2005/8/layout/vList2"/>
    <dgm:cxn modelId="{BC7221C0-7D2F-440B-A11F-E17C6F15DED4}" type="presOf" srcId="{CFBDE6F7-E144-4C0F-91F6-A6AE505FB646}" destId="{74340F13-23D8-4F9D-B090-C32BD94E2A05}" srcOrd="0" destOrd="0" presId="urn:microsoft.com/office/officeart/2005/8/layout/vList2"/>
    <dgm:cxn modelId="{EBC06EC2-5EAC-4A04-BDA4-CAE1151D66D7}" srcId="{86C87FEB-38DE-416B-B762-8DC78216F6EA}" destId="{7628E08A-367A-4B8A-9297-BA50FFAC5157}" srcOrd="1" destOrd="0" parTransId="{A17C5936-6811-4E82-A74C-A14F457DE1D8}" sibTransId="{5A89B4FE-0DA0-49A8-9622-222DED5ADBE0}"/>
    <dgm:cxn modelId="{0EC7AAC5-5127-4C44-98D2-506F30673BE1}" type="presOf" srcId="{86C87FEB-38DE-416B-B762-8DC78216F6EA}" destId="{29A9AA41-A385-491C-AA94-7428201BEB3F}" srcOrd="0" destOrd="0" presId="urn:microsoft.com/office/officeart/2005/8/layout/vList2"/>
    <dgm:cxn modelId="{F38061DF-F931-4B53-B8D7-0BA85E0CEF88}" type="presOf" srcId="{3EA40036-2807-4770-A9C0-972A1BB74796}" destId="{A79390FD-0CB8-4C0C-AC45-CB01E38D088C}" srcOrd="0" destOrd="0" presId="urn:microsoft.com/office/officeart/2005/8/layout/vList2"/>
    <dgm:cxn modelId="{24FD16AE-BFE7-415B-8162-983AF3B4A711}" type="presParOf" srcId="{29A9AA41-A385-491C-AA94-7428201BEB3F}" destId="{091487F5-2AB5-4991-A0A8-5AD7FA61F967}" srcOrd="0" destOrd="0" presId="urn:microsoft.com/office/officeart/2005/8/layout/vList2"/>
    <dgm:cxn modelId="{F32F6714-8935-4DAE-9A7F-F13F6D8C3C1E}" type="presParOf" srcId="{29A9AA41-A385-491C-AA94-7428201BEB3F}" destId="{5F7EE2A7-BD4D-4CEF-BD55-41541825A277}" srcOrd="1" destOrd="0" presId="urn:microsoft.com/office/officeart/2005/8/layout/vList2"/>
    <dgm:cxn modelId="{3D63041A-7C16-4B8E-A8CB-8CC6CE92BBFA}" type="presParOf" srcId="{29A9AA41-A385-491C-AA94-7428201BEB3F}" destId="{272470C2-E02A-4E40-946C-9C74022BAE82}" srcOrd="2" destOrd="0" presId="urn:microsoft.com/office/officeart/2005/8/layout/vList2"/>
    <dgm:cxn modelId="{0D9CAE4C-FB93-4543-97AC-80F8D33CC8D6}" type="presParOf" srcId="{29A9AA41-A385-491C-AA94-7428201BEB3F}" destId="{796C6EF8-1F88-4C11-9968-24F2C0F3F075}" srcOrd="3" destOrd="0" presId="urn:microsoft.com/office/officeart/2005/8/layout/vList2"/>
    <dgm:cxn modelId="{DA769713-3CC9-473C-88CC-FD7705101FFC}" type="presParOf" srcId="{29A9AA41-A385-491C-AA94-7428201BEB3F}" destId="{74340F13-23D8-4F9D-B090-C32BD94E2A05}" srcOrd="4" destOrd="0" presId="urn:microsoft.com/office/officeart/2005/8/layout/vList2"/>
    <dgm:cxn modelId="{FBD84065-BC6E-4C85-BB66-57CF1FE136CC}" type="presParOf" srcId="{29A9AA41-A385-491C-AA94-7428201BEB3F}" destId="{65847C6A-1B2F-4589-B38B-22EB6D2B35B6}" srcOrd="5" destOrd="0" presId="urn:microsoft.com/office/officeart/2005/8/layout/vList2"/>
    <dgm:cxn modelId="{41645788-8320-4A86-9F30-A4F4B548057B}" type="presParOf" srcId="{29A9AA41-A385-491C-AA94-7428201BEB3F}" destId="{A79390FD-0CB8-4C0C-AC45-CB01E38D088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F3A14-6488-462D-9F33-DFABFDBA30D3}">
      <dsp:nvSpPr>
        <dsp:cNvPr id="0" name=""/>
        <dsp:cNvSpPr/>
      </dsp:nvSpPr>
      <dsp:spPr>
        <a:xfrm>
          <a:off x="0" y="205288"/>
          <a:ext cx="4186749" cy="455969"/>
        </a:xfrm>
        <a:prstGeom prst="roundRect">
          <a:avLst>
            <a:gd name="adj" fmla="val 10000"/>
          </a:avLst>
        </a:prstGeom>
        <a:solidFill>
          <a:srgbClr val="437D59"/>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a:solidFill>
                <a:schemeClr val="bg1">
                  <a:lumMod val="95000"/>
                </a:schemeClr>
              </a:solidFill>
            </a:rPr>
            <a:t>The DetectraCare Ecosystem</a:t>
          </a:r>
          <a:endParaRPr lang="en-IN" sz="2600" b="1" kern="1200" dirty="0">
            <a:solidFill>
              <a:schemeClr val="bg1">
                <a:lumMod val="95000"/>
              </a:schemeClr>
            </a:solidFill>
          </a:endParaRPr>
        </a:p>
      </dsp:txBody>
      <dsp:txXfrm>
        <a:off x="13355" y="218643"/>
        <a:ext cx="4160039" cy="429259"/>
      </dsp:txXfrm>
    </dsp:sp>
    <dsp:sp modelId="{50F82F98-B11D-4472-9FC4-C82E9F99D176}">
      <dsp:nvSpPr>
        <dsp:cNvPr id="0" name=""/>
        <dsp:cNvSpPr/>
      </dsp:nvSpPr>
      <dsp:spPr>
        <a:xfrm>
          <a:off x="418674" y="661258"/>
          <a:ext cx="419080" cy="876355"/>
        </a:xfrm>
        <a:custGeom>
          <a:avLst/>
          <a:gdLst/>
          <a:ahLst/>
          <a:cxnLst/>
          <a:rect l="0" t="0" r="0" b="0"/>
          <a:pathLst>
            <a:path>
              <a:moveTo>
                <a:pt x="0" y="0"/>
              </a:moveTo>
              <a:lnTo>
                <a:pt x="0" y="876355"/>
              </a:lnTo>
              <a:lnTo>
                <a:pt x="419080" y="876355"/>
              </a:lnTo>
            </a:path>
          </a:pathLst>
        </a:custGeom>
        <a:noFill/>
        <a:ln w="127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9662ED-FDBF-460E-A2AC-D3A270460BD4}">
      <dsp:nvSpPr>
        <dsp:cNvPr id="0" name=""/>
        <dsp:cNvSpPr/>
      </dsp:nvSpPr>
      <dsp:spPr>
        <a:xfrm>
          <a:off x="837755" y="1309629"/>
          <a:ext cx="1368084" cy="455969"/>
        </a:xfrm>
        <a:prstGeom prst="roundRect">
          <a:avLst>
            <a:gd name="adj" fmla="val 10000"/>
          </a:avLst>
        </a:prstGeom>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Ingestion</a:t>
          </a:r>
          <a:endParaRPr lang="en-IN" sz="2000" b="1" kern="1200" dirty="0"/>
        </a:p>
      </dsp:txBody>
      <dsp:txXfrm>
        <a:off x="851110" y="1322984"/>
        <a:ext cx="1341374" cy="429259"/>
      </dsp:txXfrm>
    </dsp:sp>
    <dsp:sp modelId="{4CB49835-234D-42E2-BE72-EE296E20E725}">
      <dsp:nvSpPr>
        <dsp:cNvPr id="0" name=""/>
        <dsp:cNvSpPr/>
      </dsp:nvSpPr>
      <dsp:spPr>
        <a:xfrm>
          <a:off x="418674" y="661258"/>
          <a:ext cx="419080" cy="1446317"/>
        </a:xfrm>
        <a:custGeom>
          <a:avLst/>
          <a:gdLst/>
          <a:ahLst/>
          <a:cxnLst/>
          <a:rect l="0" t="0" r="0" b="0"/>
          <a:pathLst>
            <a:path>
              <a:moveTo>
                <a:pt x="0" y="0"/>
              </a:moveTo>
              <a:lnTo>
                <a:pt x="0" y="1446317"/>
              </a:lnTo>
              <a:lnTo>
                <a:pt x="419080" y="1446317"/>
              </a:lnTo>
            </a:path>
          </a:pathLst>
        </a:custGeom>
        <a:noFill/>
        <a:ln w="127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AE31AF-49CE-4AF6-9041-FDC3BD96B404}">
      <dsp:nvSpPr>
        <dsp:cNvPr id="0" name=""/>
        <dsp:cNvSpPr/>
      </dsp:nvSpPr>
      <dsp:spPr>
        <a:xfrm>
          <a:off x="837755" y="1879591"/>
          <a:ext cx="1377356" cy="455969"/>
        </a:xfrm>
        <a:prstGeom prst="roundRect">
          <a:avLst>
            <a:gd name="adj" fmla="val 10000"/>
          </a:avLst>
        </a:prstGeom>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Analysis</a:t>
          </a:r>
          <a:endParaRPr lang="en-IN" sz="2000" b="1" kern="1200" dirty="0"/>
        </a:p>
      </dsp:txBody>
      <dsp:txXfrm>
        <a:off x="851110" y="1892946"/>
        <a:ext cx="1350646" cy="429259"/>
      </dsp:txXfrm>
    </dsp:sp>
    <dsp:sp modelId="{96DA7E12-1857-4CBD-A65E-7850808F250C}">
      <dsp:nvSpPr>
        <dsp:cNvPr id="0" name=""/>
        <dsp:cNvSpPr/>
      </dsp:nvSpPr>
      <dsp:spPr>
        <a:xfrm>
          <a:off x="418674" y="661258"/>
          <a:ext cx="419080" cy="2016279"/>
        </a:xfrm>
        <a:custGeom>
          <a:avLst/>
          <a:gdLst/>
          <a:ahLst/>
          <a:cxnLst/>
          <a:rect l="0" t="0" r="0" b="0"/>
          <a:pathLst>
            <a:path>
              <a:moveTo>
                <a:pt x="0" y="0"/>
              </a:moveTo>
              <a:lnTo>
                <a:pt x="0" y="2016279"/>
              </a:lnTo>
              <a:lnTo>
                <a:pt x="419080" y="2016279"/>
              </a:lnTo>
            </a:path>
          </a:pathLst>
        </a:custGeom>
        <a:noFill/>
        <a:ln w="127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B2C1DC-CB9B-4BAD-8886-9C6AA5DE737F}">
      <dsp:nvSpPr>
        <dsp:cNvPr id="0" name=""/>
        <dsp:cNvSpPr/>
      </dsp:nvSpPr>
      <dsp:spPr>
        <a:xfrm>
          <a:off x="837755" y="2449553"/>
          <a:ext cx="1393654" cy="455969"/>
        </a:xfrm>
        <a:prstGeom prst="roundRect">
          <a:avLst>
            <a:gd name="adj" fmla="val 10000"/>
          </a:avLst>
        </a:prstGeom>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Insight</a:t>
          </a:r>
          <a:endParaRPr lang="en-IN" sz="2000" b="1" kern="1200" dirty="0"/>
        </a:p>
      </dsp:txBody>
      <dsp:txXfrm>
        <a:off x="851110" y="2462908"/>
        <a:ext cx="1366944" cy="429259"/>
      </dsp:txXfrm>
    </dsp:sp>
    <dsp:sp modelId="{E4276575-520C-4CE8-AA3F-25B11A7BE871}">
      <dsp:nvSpPr>
        <dsp:cNvPr id="0" name=""/>
        <dsp:cNvSpPr/>
      </dsp:nvSpPr>
      <dsp:spPr>
        <a:xfrm>
          <a:off x="418674" y="661258"/>
          <a:ext cx="419080" cy="2586241"/>
        </a:xfrm>
        <a:custGeom>
          <a:avLst/>
          <a:gdLst/>
          <a:ahLst/>
          <a:cxnLst/>
          <a:rect l="0" t="0" r="0" b="0"/>
          <a:pathLst>
            <a:path>
              <a:moveTo>
                <a:pt x="0" y="0"/>
              </a:moveTo>
              <a:lnTo>
                <a:pt x="0" y="2586241"/>
              </a:lnTo>
              <a:lnTo>
                <a:pt x="419080" y="2586241"/>
              </a:lnTo>
            </a:path>
          </a:pathLst>
        </a:custGeom>
        <a:noFill/>
        <a:ln w="127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08F0AA-174A-43E9-A0F1-307F47C1153F}">
      <dsp:nvSpPr>
        <dsp:cNvPr id="0" name=""/>
        <dsp:cNvSpPr/>
      </dsp:nvSpPr>
      <dsp:spPr>
        <a:xfrm>
          <a:off x="837755" y="3019515"/>
          <a:ext cx="1360409" cy="455969"/>
        </a:xfrm>
        <a:prstGeom prst="roundRect">
          <a:avLst>
            <a:gd name="adj" fmla="val 10000"/>
          </a:avLst>
        </a:prstGeom>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Action</a:t>
          </a:r>
          <a:endParaRPr lang="en-IN" sz="2000" b="1" kern="1200" dirty="0"/>
        </a:p>
      </dsp:txBody>
      <dsp:txXfrm>
        <a:off x="851110" y="3032870"/>
        <a:ext cx="1333699" cy="429259"/>
      </dsp:txXfrm>
    </dsp:sp>
    <dsp:sp modelId="{EA401C29-99CC-455C-9C91-9A8BDB1589E9}">
      <dsp:nvSpPr>
        <dsp:cNvPr id="0" name=""/>
        <dsp:cNvSpPr/>
      </dsp:nvSpPr>
      <dsp:spPr>
        <a:xfrm>
          <a:off x="418674" y="661258"/>
          <a:ext cx="419080" cy="3156203"/>
        </a:xfrm>
        <a:custGeom>
          <a:avLst/>
          <a:gdLst/>
          <a:ahLst/>
          <a:cxnLst/>
          <a:rect l="0" t="0" r="0" b="0"/>
          <a:pathLst>
            <a:path>
              <a:moveTo>
                <a:pt x="0" y="0"/>
              </a:moveTo>
              <a:lnTo>
                <a:pt x="0" y="3156203"/>
              </a:lnTo>
              <a:lnTo>
                <a:pt x="419080" y="3156203"/>
              </a:lnTo>
            </a:path>
          </a:pathLst>
        </a:custGeom>
        <a:noFill/>
        <a:ln w="127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4806D4-4D84-4D6E-8F5E-747D77A99323}">
      <dsp:nvSpPr>
        <dsp:cNvPr id="0" name=""/>
        <dsp:cNvSpPr/>
      </dsp:nvSpPr>
      <dsp:spPr>
        <a:xfrm>
          <a:off x="837755" y="3589477"/>
          <a:ext cx="1376225" cy="455969"/>
        </a:xfrm>
        <a:prstGeom prst="roundRect">
          <a:avLst>
            <a:gd name="adj" fmla="val 10000"/>
          </a:avLst>
        </a:prstGeom>
        <a:gradFill flip="none" rotWithShape="0">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5400000" scaled="1"/>
          <a:tileRect/>
        </a:gra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Persistence</a:t>
          </a:r>
          <a:endParaRPr lang="en-IN" sz="2000" b="1" kern="1200" dirty="0"/>
        </a:p>
      </dsp:txBody>
      <dsp:txXfrm>
        <a:off x="851110" y="3602832"/>
        <a:ext cx="1349515" cy="4292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D27B45-E04D-4D7A-B1A5-BC06D53BEF33}">
      <dsp:nvSpPr>
        <dsp:cNvPr id="0" name=""/>
        <dsp:cNvSpPr/>
      </dsp:nvSpPr>
      <dsp:spPr>
        <a:xfrm>
          <a:off x="0" y="3953364"/>
          <a:ext cx="8736081" cy="0"/>
        </a:xfrm>
        <a:prstGeom prst="line">
          <a:avLst/>
        </a:prstGeom>
        <a:noFill/>
        <a:ln w="12700"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692E26-B20C-4433-9A67-2FA9286FDFC6}">
      <dsp:nvSpPr>
        <dsp:cNvPr id="0" name=""/>
        <dsp:cNvSpPr/>
      </dsp:nvSpPr>
      <dsp:spPr>
        <a:xfrm>
          <a:off x="0" y="2953328"/>
          <a:ext cx="8736081" cy="0"/>
        </a:xfrm>
        <a:prstGeom prst="line">
          <a:avLst/>
        </a:prstGeom>
        <a:noFill/>
        <a:ln w="12700"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EE4C44-C9E2-4D3F-880D-B1989412D072}">
      <dsp:nvSpPr>
        <dsp:cNvPr id="0" name=""/>
        <dsp:cNvSpPr/>
      </dsp:nvSpPr>
      <dsp:spPr>
        <a:xfrm>
          <a:off x="0" y="1953292"/>
          <a:ext cx="8736081" cy="0"/>
        </a:xfrm>
        <a:prstGeom prst="line">
          <a:avLst/>
        </a:prstGeom>
        <a:noFill/>
        <a:ln w="12700"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F5A35B-EEEB-4725-8471-8C9A5E64E53B}">
      <dsp:nvSpPr>
        <dsp:cNvPr id="0" name=""/>
        <dsp:cNvSpPr/>
      </dsp:nvSpPr>
      <dsp:spPr>
        <a:xfrm>
          <a:off x="0" y="953256"/>
          <a:ext cx="8736081" cy="0"/>
        </a:xfrm>
        <a:prstGeom prst="line">
          <a:avLst/>
        </a:prstGeom>
        <a:noFill/>
        <a:ln w="12700"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213076-F436-4F01-97B8-9C37FE8BD581}">
      <dsp:nvSpPr>
        <dsp:cNvPr id="0" name=""/>
        <dsp:cNvSpPr/>
      </dsp:nvSpPr>
      <dsp:spPr>
        <a:xfrm>
          <a:off x="2271381" y="841"/>
          <a:ext cx="6464699" cy="95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100000"/>
            </a:lnSpc>
            <a:spcBef>
              <a:spcPct val="0"/>
            </a:spcBef>
            <a:spcAft>
              <a:spcPct val="35000"/>
            </a:spcAft>
            <a:buClrTx/>
            <a:buSzTx/>
            <a:buFont typeface="Wingdings" panose="05000000000000000000" pitchFamily="2" charset="2"/>
            <a:buNone/>
          </a:pP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Powered by the </a:t>
          </a: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Google Gemini 1.5 Flash API</a:t>
          </a: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 for high-speed, empathetic medical inquiry handling.</a:t>
          </a:r>
          <a:endParaRPr lang="en-IN" sz="1800" kern="1200" dirty="0"/>
        </a:p>
      </dsp:txBody>
      <dsp:txXfrm>
        <a:off x="2271381" y="841"/>
        <a:ext cx="6464699" cy="952415"/>
      </dsp:txXfrm>
    </dsp:sp>
    <dsp:sp modelId="{E178C199-9D9E-409C-BA71-063C0F0C1B49}">
      <dsp:nvSpPr>
        <dsp:cNvPr id="0" name=""/>
        <dsp:cNvSpPr/>
      </dsp:nvSpPr>
      <dsp:spPr>
        <a:xfrm>
          <a:off x="0" y="3"/>
          <a:ext cx="2271381" cy="952415"/>
        </a:xfrm>
        <a:prstGeom prst="round2SameRect">
          <a:avLst>
            <a:gd name="adj1" fmla="val 16670"/>
            <a:gd name="adj2" fmla="val 0"/>
          </a:avLst>
        </a:prstGeom>
        <a:solidFill>
          <a:schemeClr val="accent3">
            <a:alpha val="90000"/>
            <a:hueOff val="0"/>
            <a:satOff val="0"/>
            <a:lumOff val="0"/>
            <a:alphaOff val="0"/>
          </a:schemeClr>
        </a:solidFill>
        <a:ln w="12700" cap="flat"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100000"/>
            </a:lnSpc>
            <a:spcBef>
              <a:spcPct val="0"/>
            </a:spcBef>
            <a:spcAft>
              <a:spcPct val="35000"/>
            </a:spcAft>
            <a:buNone/>
          </a:pP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HealthBuddy AI</a:t>
          </a:r>
          <a:endParaRPr lang="en-IN" sz="1800" kern="1200" dirty="0"/>
        </a:p>
      </dsp:txBody>
      <dsp:txXfrm>
        <a:off x="46501" y="46504"/>
        <a:ext cx="2178379" cy="905914"/>
      </dsp:txXfrm>
    </dsp:sp>
    <dsp:sp modelId="{290BDF26-2EC5-4815-85C8-16D1BF179BE2}">
      <dsp:nvSpPr>
        <dsp:cNvPr id="0" name=""/>
        <dsp:cNvSpPr/>
      </dsp:nvSpPr>
      <dsp:spPr>
        <a:xfrm>
          <a:off x="2271381" y="1000877"/>
          <a:ext cx="6464699" cy="95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100000"/>
            </a:lnSpc>
            <a:spcBef>
              <a:spcPct val="0"/>
            </a:spcBef>
            <a:spcAft>
              <a:spcPct val="35000"/>
            </a:spcAft>
            <a:buClrTx/>
            <a:buSzTx/>
            <a:buFont typeface="Wingdings" panose="05000000000000000000" pitchFamily="2" charset="2"/>
            <a:buNone/>
          </a:pP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Integrated </a:t>
          </a: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PDF.js</a:t>
          </a: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 for client-side text extraction, allowing users to digitize physical medical reports instantly.</a:t>
          </a:r>
          <a:endParaRPr lang="en-IN" sz="1800" kern="1200" dirty="0"/>
        </a:p>
      </dsp:txBody>
      <dsp:txXfrm>
        <a:off x="2271381" y="1000877"/>
        <a:ext cx="6464699" cy="952415"/>
      </dsp:txXfrm>
    </dsp:sp>
    <dsp:sp modelId="{111A4E80-87EC-44F8-BCE1-80B6196ACC5F}">
      <dsp:nvSpPr>
        <dsp:cNvPr id="0" name=""/>
        <dsp:cNvSpPr/>
      </dsp:nvSpPr>
      <dsp:spPr>
        <a:xfrm>
          <a:off x="0" y="1000877"/>
          <a:ext cx="2271381" cy="952415"/>
        </a:xfrm>
        <a:prstGeom prst="round2SameRect">
          <a:avLst>
            <a:gd name="adj1" fmla="val 16670"/>
            <a:gd name="adj2" fmla="val 0"/>
          </a:avLst>
        </a:prstGeom>
        <a:solidFill>
          <a:schemeClr val="accent3">
            <a:alpha val="90000"/>
            <a:hueOff val="0"/>
            <a:satOff val="0"/>
            <a:lumOff val="0"/>
            <a:alphaOff val="-13333"/>
          </a:schemeClr>
        </a:solidFill>
        <a:ln w="12700" cap="flat" cmpd="sng" algn="ctr">
          <a:solidFill>
            <a:schemeClr val="accent3">
              <a:alpha val="90000"/>
              <a:hueOff val="0"/>
              <a:satOff val="0"/>
              <a:lumOff val="0"/>
              <a:alphaOff val="-13333"/>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100000"/>
            </a:lnSpc>
            <a:spcBef>
              <a:spcPct val="0"/>
            </a:spcBef>
            <a:spcAft>
              <a:spcPct val="35000"/>
            </a:spcAft>
            <a:buNone/>
          </a:pP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Prescription Intelligence</a:t>
          </a:r>
          <a:endParaRPr lang="en-IN" sz="1800" kern="1200" dirty="0"/>
        </a:p>
      </dsp:txBody>
      <dsp:txXfrm>
        <a:off x="46501" y="1047378"/>
        <a:ext cx="2178379" cy="905914"/>
      </dsp:txXfrm>
    </dsp:sp>
    <dsp:sp modelId="{52FE5131-A79B-46B0-8D3F-7BC3534C6F8B}">
      <dsp:nvSpPr>
        <dsp:cNvPr id="0" name=""/>
        <dsp:cNvSpPr/>
      </dsp:nvSpPr>
      <dsp:spPr>
        <a:xfrm>
          <a:off x="2271381" y="2000913"/>
          <a:ext cx="6464699" cy="95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100000"/>
            </a:lnSpc>
            <a:spcBef>
              <a:spcPct val="0"/>
            </a:spcBef>
            <a:spcAft>
              <a:spcPct val="35000"/>
            </a:spcAft>
            <a:buClrTx/>
            <a:buSzTx/>
            <a:buFont typeface="Wingdings" panose="05000000000000000000" pitchFamily="2" charset="2"/>
            <a:buNone/>
          </a:pP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Hard-coded system instructions to prevent non-medical queries and maintain clinical professional standards.</a:t>
          </a:r>
          <a:endParaRPr lang="en-IN" sz="1800" kern="1200" dirty="0"/>
        </a:p>
      </dsp:txBody>
      <dsp:txXfrm>
        <a:off x="2271381" y="2000913"/>
        <a:ext cx="6464699" cy="952415"/>
      </dsp:txXfrm>
    </dsp:sp>
    <dsp:sp modelId="{75AEFB2D-849B-4C08-8674-987451DA770D}">
      <dsp:nvSpPr>
        <dsp:cNvPr id="0" name=""/>
        <dsp:cNvSpPr/>
      </dsp:nvSpPr>
      <dsp:spPr>
        <a:xfrm>
          <a:off x="0" y="2000913"/>
          <a:ext cx="2271381" cy="952415"/>
        </a:xfrm>
        <a:prstGeom prst="round2SameRect">
          <a:avLst>
            <a:gd name="adj1" fmla="val 16670"/>
            <a:gd name="adj2" fmla="val 0"/>
          </a:avLst>
        </a:prstGeom>
        <a:solidFill>
          <a:schemeClr val="accent3">
            <a:alpha val="90000"/>
            <a:hueOff val="0"/>
            <a:satOff val="0"/>
            <a:lumOff val="0"/>
            <a:alphaOff val="-26667"/>
          </a:schemeClr>
        </a:solidFill>
        <a:ln w="12700" cap="flat" cmpd="sng" algn="ctr">
          <a:solidFill>
            <a:schemeClr val="accent3">
              <a:alpha val="90000"/>
              <a:hueOff val="0"/>
              <a:satOff val="0"/>
              <a:lumOff val="0"/>
              <a:alphaOff val="-26667"/>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100000"/>
            </a:lnSpc>
            <a:spcBef>
              <a:spcPct val="0"/>
            </a:spcBef>
            <a:spcAft>
              <a:spcPct val="35000"/>
            </a:spcAft>
            <a:buNone/>
          </a:pP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Safety Guardrails</a:t>
          </a:r>
          <a:endParaRPr lang="en-IN" sz="1800" kern="1200" dirty="0"/>
        </a:p>
      </dsp:txBody>
      <dsp:txXfrm>
        <a:off x="46501" y="2047414"/>
        <a:ext cx="2178379" cy="905914"/>
      </dsp:txXfrm>
    </dsp:sp>
    <dsp:sp modelId="{C7496A29-58E6-48A1-A623-30A1AD1C461B}">
      <dsp:nvSpPr>
        <dsp:cNvPr id="0" name=""/>
        <dsp:cNvSpPr/>
      </dsp:nvSpPr>
      <dsp:spPr>
        <a:xfrm>
          <a:off x="2271381" y="3000949"/>
          <a:ext cx="6464699" cy="95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100000"/>
            </a:lnSpc>
            <a:spcBef>
              <a:spcPct val="0"/>
            </a:spcBef>
            <a:spcAft>
              <a:spcPct val="35000"/>
            </a:spcAft>
            <a:buNone/>
          </a:pPr>
          <a:r>
            <a:rPr kumimoji="0" lang="en-US" altLang="en-US" sz="18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Real-time AI response streaming for a seamless conversational experience</a:t>
          </a:r>
          <a:endParaRPr lang="en-IN" sz="1800" kern="1200" dirty="0"/>
        </a:p>
      </dsp:txBody>
      <dsp:txXfrm>
        <a:off x="2271381" y="3000949"/>
        <a:ext cx="6464699" cy="952415"/>
      </dsp:txXfrm>
    </dsp:sp>
    <dsp:sp modelId="{4D9EB39F-DF54-41AC-8633-2D40986173CD}">
      <dsp:nvSpPr>
        <dsp:cNvPr id="0" name=""/>
        <dsp:cNvSpPr/>
      </dsp:nvSpPr>
      <dsp:spPr>
        <a:xfrm>
          <a:off x="0" y="3000949"/>
          <a:ext cx="2271381" cy="952415"/>
        </a:xfrm>
        <a:prstGeom prst="round2SameRect">
          <a:avLst>
            <a:gd name="adj1" fmla="val 16670"/>
            <a:gd name="adj2" fmla="val 0"/>
          </a:avLst>
        </a:prstGeom>
        <a:solidFill>
          <a:schemeClr val="accent3">
            <a:alpha val="90000"/>
            <a:hueOff val="0"/>
            <a:satOff val="0"/>
            <a:lumOff val="0"/>
            <a:alphaOff val="-40000"/>
          </a:schemeClr>
        </a:solidFill>
        <a:ln w="12700" cap="flat" cmpd="sng" algn="ctr">
          <a:solidFill>
            <a:schemeClr val="accent3">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100000"/>
            </a:lnSpc>
            <a:spcBef>
              <a:spcPct val="0"/>
            </a:spcBef>
            <a:spcAft>
              <a:spcPct val="35000"/>
            </a:spcAft>
            <a:buNone/>
          </a:pPr>
          <a:r>
            <a:rPr kumimoji="0" lang="en-US" altLang="en-US" sz="18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Asynchronous Processing</a:t>
          </a:r>
          <a:endParaRPr lang="en-IN" sz="1800" kern="1200" dirty="0"/>
        </a:p>
      </dsp:txBody>
      <dsp:txXfrm>
        <a:off x="46501" y="3047450"/>
        <a:ext cx="2178379" cy="9059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48C239-86C0-48C9-98BA-1CFA8F407884}">
      <dsp:nvSpPr>
        <dsp:cNvPr id="0" name=""/>
        <dsp:cNvSpPr/>
      </dsp:nvSpPr>
      <dsp:spPr>
        <a:xfrm>
          <a:off x="0" y="30025"/>
          <a:ext cx="2082610" cy="930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l" defTabSz="800100">
            <a:lnSpc>
              <a:spcPct val="90000"/>
            </a:lnSpc>
            <a:spcBef>
              <a:spcPct val="0"/>
            </a:spcBef>
            <a:spcAft>
              <a:spcPct val="35000"/>
            </a:spcAft>
            <a:buNone/>
          </a:pPr>
          <a:r>
            <a:rPr lang="en-US" sz="1800" b="1" u="sng" kern="1200" dirty="0"/>
            <a:t>1.</a:t>
          </a:r>
          <a:r>
            <a:rPr lang="en-US" sz="1800" u="sng" kern="1200" dirty="0"/>
            <a:t> </a:t>
          </a:r>
          <a:r>
            <a:rPr kumimoji="0" lang="en-US" altLang="en-US" sz="1800" b="1" i="0" u="sng"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Cloud Persistence</a:t>
          </a:r>
          <a:endParaRPr lang="en-IN" sz="1800" u="sng" kern="1200" dirty="0"/>
        </a:p>
      </dsp:txBody>
      <dsp:txXfrm>
        <a:off x="0" y="30025"/>
        <a:ext cx="2082610" cy="930600"/>
      </dsp:txXfrm>
    </dsp:sp>
    <dsp:sp modelId="{8F441553-6200-41A6-B7BD-BB9ABDA9D26F}">
      <dsp:nvSpPr>
        <dsp:cNvPr id="0" name=""/>
        <dsp:cNvSpPr/>
      </dsp:nvSpPr>
      <dsp:spPr>
        <a:xfrm>
          <a:off x="2082610" y="30025"/>
          <a:ext cx="416522" cy="930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1460B1-ECAB-4C51-A22E-24CE8EB97674}">
      <dsp:nvSpPr>
        <dsp:cNvPr id="0" name=""/>
        <dsp:cNvSpPr/>
      </dsp:nvSpPr>
      <dsp:spPr>
        <a:xfrm>
          <a:off x="2665741" y="91617"/>
          <a:ext cx="5664701" cy="807416"/>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Utilizing </a:t>
          </a:r>
          <a:r>
            <a:rPr kumimoji="0" lang="en-US" altLang="en-US" sz="1800" b="1"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Firebase Realtime Database</a:t>
          </a: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instant syncing of</a:t>
          </a:r>
          <a:endParaRPr lang="en-IN" sz="1800" kern="1200" dirty="0"/>
        </a:p>
        <a:p>
          <a:pPr marL="171450" lvl="1" indent="-171450" algn="l" defTabSz="800100">
            <a:lnSpc>
              <a:spcPct val="90000"/>
            </a:lnSpc>
            <a:spcBef>
              <a:spcPct val="0"/>
            </a:spcBef>
            <a:spcAft>
              <a:spcPct val="15000"/>
            </a:spcAft>
            <a:buClrTx/>
            <a:buSzTx/>
            <a:buFontTx/>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health reports and user profiles.</a:t>
          </a:r>
          <a:endParaRPr lang="en-IN" sz="1800" kern="1200" dirty="0"/>
        </a:p>
      </dsp:txBody>
      <dsp:txXfrm>
        <a:off x="2665741" y="91617"/>
        <a:ext cx="5664701" cy="807416"/>
      </dsp:txXfrm>
    </dsp:sp>
    <dsp:sp modelId="{F704A95E-31D2-447E-B315-DC402D48E79B}">
      <dsp:nvSpPr>
        <dsp:cNvPr id="0" name=""/>
        <dsp:cNvSpPr/>
      </dsp:nvSpPr>
      <dsp:spPr>
        <a:xfrm>
          <a:off x="0" y="1129825"/>
          <a:ext cx="2082610" cy="930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l" defTabSz="800100">
            <a:lnSpc>
              <a:spcPct val="90000"/>
            </a:lnSpc>
            <a:spcBef>
              <a:spcPct val="0"/>
            </a:spcBef>
            <a:spcAft>
              <a:spcPct val="35000"/>
            </a:spcAft>
            <a:buNone/>
          </a:pPr>
          <a:r>
            <a:rPr lang="en-US" sz="1800" b="1" u="sng" kern="1200" dirty="0"/>
            <a:t>2. </a:t>
          </a:r>
          <a:r>
            <a:rPr kumimoji="0" lang="en-US" altLang="en-US" sz="1800" b="1" i="0" u="sng"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Secure Access</a:t>
          </a:r>
          <a:endParaRPr lang="en-IN" sz="1800" u="sng" kern="1200" dirty="0"/>
        </a:p>
      </dsp:txBody>
      <dsp:txXfrm>
        <a:off x="0" y="1129825"/>
        <a:ext cx="2082610" cy="930600"/>
      </dsp:txXfrm>
    </dsp:sp>
    <dsp:sp modelId="{296DB115-F588-43CD-97B3-DBF0D1CAB724}">
      <dsp:nvSpPr>
        <dsp:cNvPr id="0" name=""/>
        <dsp:cNvSpPr/>
      </dsp:nvSpPr>
      <dsp:spPr>
        <a:xfrm>
          <a:off x="2082610" y="1129825"/>
          <a:ext cx="416522" cy="930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F1A7DD-A900-4229-8FEB-A3B54A74A755}">
      <dsp:nvSpPr>
        <dsp:cNvPr id="0" name=""/>
        <dsp:cNvSpPr/>
      </dsp:nvSpPr>
      <dsp:spPr>
        <a:xfrm>
          <a:off x="2665741" y="1129825"/>
          <a:ext cx="5664701" cy="930600"/>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None/>
          </a:pPr>
          <a:r>
            <a:rPr kumimoji="0" lang="en-US" altLang="en-US" sz="1800" b="1"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Firebase Authentication</a:t>
          </a: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robust, encrypted user</a:t>
          </a:r>
          <a:endParaRPr lang="en-IN" sz="1800" kern="1200" dirty="0"/>
        </a:p>
        <a:p>
          <a:pPr marL="171450" lvl="1" indent="-171450" algn="l" defTabSz="800100">
            <a:lnSpc>
              <a:spcPct val="90000"/>
            </a:lnSpc>
            <a:spcBef>
              <a:spcPct val="0"/>
            </a:spcBef>
            <a:spcAft>
              <a:spcPct val="15000"/>
            </a:spcAft>
            <a:buClrTx/>
            <a:buSzTx/>
            <a:buFontTx/>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login and signup workflows</a:t>
          </a:r>
          <a:r>
            <a:rPr kumimoji="0" lang="en-US" altLang="en-US" sz="14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en-IN" sz="1400" kern="1200" dirty="0"/>
        </a:p>
      </dsp:txBody>
      <dsp:txXfrm>
        <a:off x="2665741" y="1129825"/>
        <a:ext cx="5664701" cy="930600"/>
      </dsp:txXfrm>
    </dsp:sp>
    <dsp:sp modelId="{C24E4235-4B02-4199-BD88-F7318A23A1D7}">
      <dsp:nvSpPr>
        <dsp:cNvPr id="0" name=""/>
        <dsp:cNvSpPr/>
      </dsp:nvSpPr>
      <dsp:spPr>
        <a:xfrm>
          <a:off x="0" y="2229626"/>
          <a:ext cx="2082610" cy="930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l" defTabSz="800100">
            <a:lnSpc>
              <a:spcPct val="90000"/>
            </a:lnSpc>
            <a:spcBef>
              <a:spcPct val="0"/>
            </a:spcBef>
            <a:spcAft>
              <a:spcPct val="35000"/>
            </a:spcAft>
            <a:buClrTx/>
            <a:buSzTx/>
            <a:buFontTx/>
            <a:buNone/>
          </a:pPr>
          <a:r>
            <a:rPr lang="en-US" sz="1800" b="1" u="sng" kern="1200" dirty="0"/>
            <a:t>3. </a:t>
          </a:r>
          <a:r>
            <a:rPr kumimoji="0" lang="en-US" altLang="en-US" sz="1800" b="1" i="0" u="sng"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Modeling</a:t>
          </a:r>
          <a:endParaRPr lang="en-IN" sz="1800" u="sng" kern="1200" dirty="0"/>
        </a:p>
      </dsp:txBody>
      <dsp:txXfrm>
        <a:off x="0" y="2229626"/>
        <a:ext cx="2082610" cy="930600"/>
      </dsp:txXfrm>
    </dsp:sp>
    <dsp:sp modelId="{81FD5BCF-2083-44D4-9EDE-F1003391DAD0}">
      <dsp:nvSpPr>
        <dsp:cNvPr id="0" name=""/>
        <dsp:cNvSpPr/>
      </dsp:nvSpPr>
      <dsp:spPr>
        <a:xfrm>
          <a:off x="2082610" y="2229626"/>
          <a:ext cx="416522" cy="930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FA5C21-5197-4B1F-B392-5C6793060F1C}">
      <dsp:nvSpPr>
        <dsp:cNvPr id="0" name=""/>
        <dsp:cNvSpPr/>
      </dsp:nvSpPr>
      <dsp:spPr>
        <a:xfrm>
          <a:off x="2665741" y="2229626"/>
          <a:ext cx="5664701" cy="930600"/>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Structured JSON schemas that store BMI, clinical scores,</a:t>
          </a:r>
          <a:endParaRPr lang="en-IN" sz="1800" kern="1200" dirty="0"/>
        </a:p>
        <a:p>
          <a:pPr marL="171450" lvl="1" indent="-171450" algn="l" defTabSz="800100">
            <a:lnSpc>
              <a:spcPct val="90000"/>
            </a:lnSpc>
            <a:spcBef>
              <a:spcPct val="0"/>
            </a:spcBef>
            <a:spcAft>
              <a:spcPct val="15000"/>
            </a:spcAft>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timestamps for longitudinal wellness tracking.</a:t>
          </a:r>
          <a:endParaRPr lang="en-IN" sz="1800" kern="1200" dirty="0"/>
        </a:p>
      </dsp:txBody>
      <dsp:txXfrm>
        <a:off x="2665741" y="2229626"/>
        <a:ext cx="5664701" cy="930600"/>
      </dsp:txXfrm>
    </dsp:sp>
    <dsp:sp modelId="{A5FA5C24-F67F-437B-A80B-0D8865F22849}">
      <dsp:nvSpPr>
        <dsp:cNvPr id="0" name=""/>
        <dsp:cNvSpPr/>
      </dsp:nvSpPr>
      <dsp:spPr>
        <a:xfrm>
          <a:off x="0" y="3329426"/>
          <a:ext cx="2082610" cy="930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l" defTabSz="800100">
            <a:lnSpc>
              <a:spcPct val="90000"/>
            </a:lnSpc>
            <a:spcBef>
              <a:spcPct val="0"/>
            </a:spcBef>
            <a:spcAft>
              <a:spcPct val="35000"/>
            </a:spcAft>
            <a:buNone/>
          </a:pPr>
          <a:r>
            <a:rPr lang="en-US" sz="1800" b="1" u="sng" kern="1200" dirty="0"/>
            <a:t>4. </a:t>
          </a:r>
          <a:r>
            <a:rPr kumimoji="0" lang="en-US" altLang="en-US" sz="1800" b="1" i="0" u="sng"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Scalability</a:t>
          </a:r>
          <a:endParaRPr lang="en-IN" sz="1800" u="sng" kern="1200" dirty="0"/>
        </a:p>
      </dsp:txBody>
      <dsp:txXfrm>
        <a:off x="0" y="3329426"/>
        <a:ext cx="2082610" cy="930600"/>
      </dsp:txXfrm>
    </dsp:sp>
    <dsp:sp modelId="{E539CC32-6AC1-46B4-8285-C9117CC0C94C}">
      <dsp:nvSpPr>
        <dsp:cNvPr id="0" name=""/>
        <dsp:cNvSpPr/>
      </dsp:nvSpPr>
      <dsp:spPr>
        <a:xfrm>
          <a:off x="2082610" y="3329426"/>
          <a:ext cx="416522" cy="930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A29581-0257-4DEC-B1FA-D22B5B759803}">
      <dsp:nvSpPr>
        <dsp:cNvPr id="0" name=""/>
        <dsp:cNvSpPr/>
      </dsp:nvSpPr>
      <dsp:spPr>
        <a:xfrm>
          <a:off x="2665741" y="3329426"/>
          <a:ext cx="5664701" cy="930600"/>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Serverless architecture capable of handling thousands of</a:t>
          </a:r>
          <a:endParaRPr lang="en-IN" sz="1800" kern="1200" dirty="0"/>
        </a:p>
        <a:p>
          <a:pPr marL="171450" lvl="1" indent="-171450" algn="l" defTabSz="800100">
            <a:lnSpc>
              <a:spcPct val="90000"/>
            </a:lnSpc>
            <a:spcBef>
              <a:spcPct val="0"/>
            </a:spcBef>
            <a:spcAft>
              <a:spcPct val="15000"/>
            </a:spcAft>
            <a:buNone/>
          </a:pPr>
          <a:r>
            <a:rPr kumimoji="0" lang="en-US" altLang="en-US" sz="1800" b="0" i="0" u="none" strike="noStrike" kern="1200"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concurrent global users without infrastructure overhead.</a:t>
          </a:r>
          <a:endParaRPr lang="en-IN" sz="1800" kern="1200" dirty="0"/>
        </a:p>
      </dsp:txBody>
      <dsp:txXfrm>
        <a:off x="2665741" y="3329426"/>
        <a:ext cx="5664701" cy="930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0BD70-FB14-40CD-8760-92159399AC94}">
      <dsp:nvSpPr>
        <dsp:cNvPr id="0" name=""/>
        <dsp:cNvSpPr/>
      </dsp:nvSpPr>
      <dsp:spPr>
        <a:xfrm rot="5400000">
          <a:off x="5005087" y="-2048303"/>
          <a:ext cx="782637" cy="5078970"/>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Hyper-personalized nutrition mapping that</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adjusts to unique biochemical signatures.</a:t>
          </a:r>
          <a:endParaRPr lang="en-IN" sz="1600" kern="1200" dirty="0"/>
        </a:p>
      </dsp:txBody>
      <dsp:txXfrm rot="-5400000">
        <a:off x="2856921" y="138068"/>
        <a:ext cx="5040765" cy="706227"/>
      </dsp:txXfrm>
    </dsp:sp>
    <dsp:sp modelId="{4850B298-806D-4327-AA54-1D5BABAF721D}">
      <dsp:nvSpPr>
        <dsp:cNvPr id="0" name=""/>
        <dsp:cNvSpPr/>
      </dsp:nvSpPr>
      <dsp:spPr>
        <a:xfrm>
          <a:off x="0" y="0"/>
          <a:ext cx="2856921" cy="978296"/>
        </a:xfrm>
        <a:prstGeom prst="roundRect">
          <a:avLst/>
        </a:prstGeom>
        <a:solidFill>
          <a:schemeClr val="accent3">
            <a:alpha val="9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Metabolic Precision Matrix</a:t>
          </a:r>
          <a:endParaRPr lang="en-IN" sz="1600" kern="1200" dirty="0"/>
        </a:p>
      </dsp:txBody>
      <dsp:txXfrm>
        <a:off x="47756" y="47756"/>
        <a:ext cx="2761409" cy="882784"/>
      </dsp:txXfrm>
    </dsp:sp>
    <dsp:sp modelId="{AD860549-9710-4470-BA6B-5B67F429F6CD}">
      <dsp:nvSpPr>
        <dsp:cNvPr id="0" name=""/>
        <dsp:cNvSpPr/>
      </dsp:nvSpPr>
      <dsp:spPr>
        <a:xfrm rot="5400000">
          <a:off x="5005087" y="-1021091"/>
          <a:ext cx="782637" cy="5078970"/>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Gemini-powered engine generating structured</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plans (Breakfast, Lunch, Dinner, Snacks) with</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specific nutritional tips.</a:t>
          </a:r>
          <a:endParaRPr lang="en-IN" sz="1600" kern="1200" dirty="0"/>
        </a:p>
      </dsp:txBody>
      <dsp:txXfrm rot="-5400000">
        <a:off x="2856921" y="1165280"/>
        <a:ext cx="5040765" cy="706227"/>
      </dsp:txXfrm>
    </dsp:sp>
    <dsp:sp modelId="{13FEC49B-45C4-4D72-8EFD-D2C66FF56AF0}">
      <dsp:nvSpPr>
        <dsp:cNvPr id="0" name=""/>
        <dsp:cNvSpPr/>
      </dsp:nvSpPr>
      <dsp:spPr>
        <a:xfrm>
          <a:off x="0" y="1029245"/>
          <a:ext cx="2856921" cy="978296"/>
        </a:xfrm>
        <a:prstGeom prst="roundRect">
          <a:avLst/>
        </a:prstGeom>
        <a:solidFill>
          <a:schemeClr val="accent3">
            <a:alpha val="90000"/>
            <a:hueOff val="0"/>
            <a:satOff val="0"/>
            <a:lumOff val="0"/>
            <a:alphaOff val="-13333"/>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Dynamic Meal Planning</a:t>
          </a:r>
          <a:endParaRPr lang="en-IN" sz="1600" kern="1200" dirty="0"/>
        </a:p>
      </dsp:txBody>
      <dsp:txXfrm>
        <a:off x="47756" y="1077001"/>
        <a:ext cx="2761409" cy="882784"/>
      </dsp:txXfrm>
    </dsp:sp>
    <dsp:sp modelId="{32B2299C-EE77-4FE1-8BAF-02C097B3A075}">
      <dsp:nvSpPr>
        <dsp:cNvPr id="0" name=""/>
        <dsp:cNvSpPr/>
      </dsp:nvSpPr>
      <dsp:spPr>
        <a:xfrm rot="5400000">
          <a:off x="5005087" y="6120"/>
          <a:ext cx="782637" cy="5078970"/>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Supports Omnivore, Vegan, Keto, and Low-Carb</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requirements.</a:t>
          </a:r>
          <a:endParaRPr lang="en-IN" sz="1600" kern="1200" dirty="0"/>
        </a:p>
      </dsp:txBody>
      <dsp:txXfrm rot="-5400000">
        <a:off x="2856921" y="2192492"/>
        <a:ext cx="5040765" cy="706227"/>
      </dsp:txXfrm>
    </dsp:sp>
    <dsp:sp modelId="{F40A08E0-03C5-4171-96D9-DBFCA39034EC}">
      <dsp:nvSpPr>
        <dsp:cNvPr id="0" name=""/>
        <dsp:cNvSpPr/>
      </dsp:nvSpPr>
      <dsp:spPr>
        <a:xfrm>
          <a:off x="0" y="2056457"/>
          <a:ext cx="2856921" cy="978296"/>
        </a:xfrm>
        <a:prstGeom prst="roundRect">
          <a:avLst/>
        </a:prstGeom>
        <a:solidFill>
          <a:schemeClr val="accent3">
            <a:alpha val="90000"/>
            <a:hueOff val="0"/>
            <a:satOff val="0"/>
            <a:lumOff val="0"/>
            <a:alphaOff val="-26667"/>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Dietary Versatility</a:t>
          </a:r>
          <a:endParaRPr lang="en-IN" sz="1600" kern="1200" dirty="0"/>
        </a:p>
      </dsp:txBody>
      <dsp:txXfrm>
        <a:off x="47756" y="2104213"/>
        <a:ext cx="2761409" cy="882784"/>
      </dsp:txXfrm>
    </dsp:sp>
    <dsp:sp modelId="{C3EE7124-B616-49AC-8EA0-E78A6648AC4F}">
      <dsp:nvSpPr>
        <dsp:cNvPr id="0" name=""/>
        <dsp:cNvSpPr/>
      </dsp:nvSpPr>
      <dsp:spPr>
        <a:xfrm rot="5400000">
          <a:off x="5005087" y="1033332"/>
          <a:ext cx="782637" cy="5078970"/>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Directly links assessed health risks (e.g., high BP) to</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sodium-restricted or heart-healthy dietary</a:t>
          </a:r>
          <a:endParaRPr lang="en-IN" sz="1600" kern="1200" dirty="0"/>
        </a:p>
        <a:p>
          <a:pPr marL="171450" lvl="1" indent="-171450" algn="l" defTabSz="711200">
            <a:lnSpc>
              <a:spcPct val="90000"/>
            </a:lnSpc>
            <a:spcBef>
              <a:spcPct val="0"/>
            </a:spcBef>
            <a:spcAft>
              <a:spcPct val="15000"/>
            </a:spcAft>
            <a:buClrTx/>
            <a:buSzTx/>
            <a:buNone/>
          </a:pPr>
          <a:r>
            <a:rPr kumimoji="0" lang="en-US" altLang="en-US" sz="1600" b="0"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recommendations.</a:t>
          </a:r>
          <a:endParaRPr lang="en-IN" sz="1600" kern="1200" dirty="0"/>
        </a:p>
      </dsp:txBody>
      <dsp:txXfrm rot="-5400000">
        <a:off x="2856921" y="3219704"/>
        <a:ext cx="5040765" cy="706227"/>
      </dsp:txXfrm>
    </dsp:sp>
    <dsp:sp modelId="{94DD506D-A423-4367-AE6F-83F34A96686E}">
      <dsp:nvSpPr>
        <dsp:cNvPr id="0" name=""/>
        <dsp:cNvSpPr/>
      </dsp:nvSpPr>
      <dsp:spPr>
        <a:xfrm>
          <a:off x="0" y="3083669"/>
          <a:ext cx="2856921" cy="978296"/>
        </a:xfrm>
        <a:prstGeom prst="roundRect">
          <a:avLst/>
        </a:prstGeom>
        <a:solidFill>
          <a:schemeClr val="accent3">
            <a:alpha val="90000"/>
            <a:hueOff val="0"/>
            <a:satOff val="0"/>
            <a:lumOff val="0"/>
            <a:alphaOff val="-40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a:ln/>
              <a:effectLst/>
              <a:latin typeface="Calibri" panose="020F0502020204030204" pitchFamily="34" charset="0"/>
              <a:ea typeface="Calibri" panose="020F0502020204030204" pitchFamily="34" charset="0"/>
              <a:cs typeface="Calibri" panose="020F0502020204030204" pitchFamily="34" charset="0"/>
            </a:rPr>
            <a:t>Proactive Wellness</a:t>
          </a:r>
          <a:endParaRPr lang="en-IN" sz="1600" kern="1200" dirty="0"/>
        </a:p>
      </dsp:txBody>
      <dsp:txXfrm>
        <a:off x="47756" y="3131425"/>
        <a:ext cx="2761409" cy="8827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1487F5-2AB5-4991-A0A8-5AD7FA61F967}">
      <dsp:nvSpPr>
        <dsp:cNvPr id="0" name=""/>
        <dsp:cNvSpPr/>
      </dsp:nvSpPr>
      <dsp:spPr>
        <a:xfrm>
          <a:off x="0" y="23696"/>
          <a:ext cx="8736081"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dirty="0">
              <a:latin typeface="Calibri" panose="020F0502020204030204" pitchFamily="34" charset="0"/>
              <a:ea typeface="Calibri" panose="020F0502020204030204" pitchFamily="34" charset="0"/>
              <a:cs typeface="Calibri" panose="020F0502020204030204" pitchFamily="34" charset="0"/>
            </a:rPr>
            <a:t>1. IoT Integration:</a:t>
          </a:r>
          <a:r>
            <a:rPr lang="en-US" sz="1700" u="sng" kern="1200" dirty="0">
              <a:latin typeface="Calibri" panose="020F0502020204030204" pitchFamily="34" charset="0"/>
              <a:ea typeface="Calibri" panose="020F0502020204030204" pitchFamily="34" charset="0"/>
              <a:cs typeface="Calibri" panose="020F0502020204030204" pitchFamily="34" charset="0"/>
            </a:rPr>
            <a:t> </a:t>
          </a:r>
        </a:p>
        <a:p>
          <a:pPr marL="0" lvl="0" indent="0" algn="l" defTabSz="755650">
            <a:lnSpc>
              <a:spcPct val="90000"/>
            </a:lnSpc>
            <a:spcBef>
              <a:spcPct val="0"/>
            </a:spcBef>
            <a:spcAft>
              <a:spcPct val="35000"/>
            </a:spcAft>
            <a:buNone/>
          </a:pPr>
          <a:r>
            <a:rPr lang="en-US" sz="1700" b="0" kern="1200" dirty="0">
              <a:latin typeface="Calibri" panose="020F0502020204030204" pitchFamily="34" charset="0"/>
              <a:ea typeface="Calibri" panose="020F0502020204030204" pitchFamily="34" charset="0"/>
              <a:cs typeface="Calibri" panose="020F0502020204030204" pitchFamily="34" charset="0"/>
            </a:rPr>
            <a:t>Wearable data sync (Apple Health/Google Fit) for real-time vital monitoring.</a:t>
          </a:r>
          <a:endParaRPr lang="en-IN" sz="1700" b="0" kern="1200" dirty="0"/>
        </a:p>
      </dsp:txBody>
      <dsp:txXfrm>
        <a:off x="37696" y="61392"/>
        <a:ext cx="8660689" cy="696808"/>
      </dsp:txXfrm>
    </dsp:sp>
    <dsp:sp modelId="{272470C2-E02A-4E40-946C-9C74022BAE82}">
      <dsp:nvSpPr>
        <dsp:cNvPr id="0" name=""/>
        <dsp:cNvSpPr/>
      </dsp:nvSpPr>
      <dsp:spPr>
        <a:xfrm>
          <a:off x="0" y="813176"/>
          <a:ext cx="8736081"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dirty="0">
              <a:latin typeface="Calibri" panose="020F0502020204030204" pitchFamily="34" charset="0"/>
              <a:ea typeface="Calibri" panose="020F0502020204030204" pitchFamily="34" charset="0"/>
              <a:cs typeface="Calibri" panose="020F0502020204030204" pitchFamily="34" charset="0"/>
            </a:rPr>
            <a:t>2. Predictive Analytics</a:t>
          </a:r>
          <a:r>
            <a:rPr lang="en-US" sz="1700" b="1" kern="1200" dirty="0">
              <a:latin typeface="Calibri" panose="020F0502020204030204" pitchFamily="34" charset="0"/>
              <a:ea typeface="Calibri" panose="020F0502020204030204" pitchFamily="34" charset="0"/>
              <a:cs typeface="Calibri" panose="020F0502020204030204" pitchFamily="34" charset="0"/>
            </a:rPr>
            <a:t>:</a:t>
          </a:r>
        </a:p>
        <a:p>
          <a:pPr marL="0" lvl="0" indent="0" algn="l" defTabSz="755650">
            <a:lnSpc>
              <a:spcPct val="90000"/>
            </a:lnSpc>
            <a:spcBef>
              <a:spcPct val="0"/>
            </a:spcBef>
            <a:spcAft>
              <a:spcPct val="35000"/>
            </a:spcAft>
            <a:buNone/>
          </a:pPr>
          <a:r>
            <a:rPr lang="en-US" sz="1700" kern="1200" dirty="0">
              <a:latin typeface="Calibri" panose="020F0502020204030204" pitchFamily="34" charset="0"/>
              <a:ea typeface="Calibri" panose="020F0502020204030204" pitchFamily="34" charset="0"/>
              <a:cs typeface="Calibri" panose="020F0502020204030204" pitchFamily="34" charset="0"/>
            </a:rPr>
            <a:t>Moving from heuristic scoring to Deep Neural Networks for 10-year disease forecasting.</a:t>
          </a:r>
          <a:endParaRPr lang="en-IN" sz="1700" kern="1200" dirty="0"/>
        </a:p>
      </dsp:txBody>
      <dsp:txXfrm>
        <a:off x="37696" y="850872"/>
        <a:ext cx="8660689" cy="696808"/>
      </dsp:txXfrm>
    </dsp:sp>
    <dsp:sp modelId="{74340F13-23D8-4F9D-B090-C32BD94E2A05}">
      <dsp:nvSpPr>
        <dsp:cNvPr id="0" name=""/>
        <dsp:cNvSpPr/>
      </dsp:nvSpPr>
      <dsp:spPr>
        <a:xfrm>
          <a:off x="0" y="1602657"/>
          <a:ext cx="8736081"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b="1" u="sng" kern="1200" dirty="0">
              <a:latin typeface="Calibri" panose="020F0502020204030204" pitchFamily="34" charset="0"/>
              <a:ea typeface="Calibri" panose="020F0502020204030204" pitchFamily="34" charset="0"/>
              <a:cs typeface="Calibri" panose="020F0502020204030204" pitchFamily="34" charset="0"/>
            </a:rPr>
            <a:t>3. Multilingual Support:</a:t>
          </a:r>
        </a:p>
        <a:p>
          <a:pPr marL="0" lvl="0" indent="0" algn="l" defTabSz="755650">
            <a:lnSpc>
              <a:spcPct val="90000"/>
            </a:lnSpc>
            <a:spcBef>
              <a:spcPct val="0"/>
            </a:spcBef>
            <a:spcAft>
              <a:spcPct val="35000"/>
            </a:spcAft>
            <a:buFont typeface="Arial" panose="020B0604020202020204" pitchFamily="34" charset="0"/>
            <a:buNone/>
          </a:pPr>
          <a:r>
            <a:rPr lang="en-US" sz="1700" kern="1200" dirty="0">
              <a:latin typeface="Calibri" panose="020F0502020204030204" pitchFamily="34" charset="0"/>
              <a:ea typeface="Calibri" panose="020F0502020204030204" pitchFamily="34" charset="0"/>
              <a:cs typeface="Calibri" panose="020F0502020204030204" pitchFamily="34" charset="0"/>
            </a:rPr>
            <a:t>Localizing AI health guidance for non-English speaking developing nations.</a:t>
          </a:r>
          <a:endParaRPr lang="en-IN" sz="1700" kern="1200" dirty="0"/>
        </a:p>
      </dsp:txBody>
      <dsp:txXfrm>
        <a:off x="37696" y="1640353"/>
        <a:ext cx="8660689" cy="696808"/>
      </dsp:txXfrm>
    </dsp:sp>
    <dsp:sp modelId="{A79390FD-0CB8-4C0C-AC45-CB01E38D088C}">
      <dsp:nvSpPr>
        <dsp:cNvPr id="0" name=""/>
        <dsp:cNvSpPr/>
      </dsp:nvSpPr>
      <dsp:spPr>
        <a:xfrm>
          <a:off x="0" y="2392137"/>
          <a:ext cx="8736081"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dirty="0">
              <a:latin typeface="Calibri" panose="020F0502020204030204" pitchFamily="34" charset="0"/>
              <a:ea typeface="Calibri" panose="020F0502020204030204" pitchFamily="34" charset="0"/>
              <a:cs typeface="Calibri" panose="020F0502020204030204" pitchFamily="34" charset="0"/>
            </a:rPr>
            <a:t>4. Telehealth Bridge: </a:t>
          </a:r>
        </a:p>
        <a:p>
          <a:pPr marL="0" lvl="0" indent="0" algn="l" defTabSz="755650">
            <a:lnSpc>
              <a:spcPct val="90000"/>
            </a:lnSpc>
            <a:spcBef>
              <a:spcPct val="0"/>
            </a:spcBef>
            <a:spcAft>
              <a:spcPct val="35000"/>
            </a:spcAft>
            <a:buNone/>
          </a:pPr>
          <a:r>
            <a:rPr lang="en-US" sz="1700" kern="1200" dirty="0">
              <a:latin typeface="Calibri" panose="020F0502020204030204" pitchFamily="34" charset="0"/>
              <a:ea typeface="Calibri" panose="020F0502020204030204" pitchFamily="34" charset="0"/>
              <a:cs typeface="Calibri" panose="020F0502020204030204" pitchFamily="34" charset="0"/>
            </a:rPr>
            <a:t>One-click sharing of DetectraCare reports with certified medical professionals.</a:t>
          </a:r>
          <a:endParaRPr lang="en-IN" sz="1700" kern="1200" dirty="0"/>
        </a:p>
      </dsp:txBody>
      <dsp:txXfrm>
        <a:off x="37696" y="2429833"/>
        <a:ext cx="8660689" cy="69680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1/22/2026</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8067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4100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3172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4211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248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1048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504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09854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5444760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107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1998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BCAD085-E8A6-8845-BD4E-CB4CCA059FC4}" type="datetimeFigureOut">
              <a:rPr lang="en-US" smtClean="0"/>
              <a:t>1/22/2026</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516986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detectracare.netlify.app/" TargetMode="External"/><Relationship Id="rId3" Type="http://schemas.openxmlformats.org/officeDocument/2006/relationships/diagramLayout" Target="../diagrams/layout1.xml"/><Relationship Id="rId7" Type="http://schemas.openxmlformats.org/officeDocument/2006/relationships/hyperlink" Target="https://d.docs.live.net/fc1a9081c44328fb/Desktop/Final"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11.svg"/><Relationship Id="rId4" Type="http://schemas.openxmlformats.org/officeDocument/2006/relationships/diagramQuickStyle" Target="../diagrams/quickStyle1.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diagramLayout" Target="../diagrams/layout5.xml"/><Relationship Id="rId7" Type="http://schemas.openxmlformats.org/officeDocument/2006/relationships/image" Target="../media/image20.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10" Type="http://schemas.openxmlformats.org/officeDocument/2006/relationships/image" Target="../media/image23.svg"/><Relationship Id="rId4" Type="http://schemas.openxmlformats.org/officeDocument/2006/relationships/diagramQuickStyle" Target="../diagrams/quickStyle5.xml"/><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AE93E-C5F2-2C4F-D5AB-CDBED541E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DD863-2A80-21FE-1002-79E9BB701D32}"/>
              </a:ext>
            </a:extLst>
          </p:cNvPr>
          <p:cNvSpPr>
            <a:spLocks noGrp="1"/>
          </p:cNvSpPr>
          <p:nvPr>
            <p:ph type="title"/>
          </p:nvPr>
        </p:nvSpPr>
        <p:spPr>
          <a:xfrm>
            <a:off x="457200" y="237953"/>
            <a:ext cx="8229600" cy="1573163"/>
          </a:xfrm>
          <a:solidFill>
            <a:schemeClr val="accent3">
              <a:lumMod val="75000"/>
            </a:schemeClr>
          </a:solidFill>
          <a:effectLst>
            <a:outerShdw blurRad="63500" sx="102000" sy="102000" algn="ctr" rotWithShape="0">
              <a:prstClr val="black">
                <a:alpha val="40000"/>
              </a:prstClr>
            </a:outerShdw>
          </a:effectLst>
          <a:scene3d>
            <a:camera prst="orthographicFront"/>
            <a:lightRig rig="threePt" dir="t"/>
          </a:scene3d>
          <a:sp3d>
            <a:bevelT/>
          </a:sp3d>
        </p:spPr>
        <p:style>
          <a:lnRef idx="1">
            <a:schemeClr val="accent3"/>
          </a:lnRef>
          <a:fillRef idx="3">
            <a:schemeClr val="accent3"/>
          </a:fillRef>
          <a:effectRef idx="2">
            <a:schemeClr val="accent3"/>
          </a:effectRef>
          <a:fontRef idx="minor">
            <a:schemeClr val="lt1"/>
          </a:fontRef>
        </p:style>
        <p:txBody>
          <a:bodyPr>
            <a:noAutofit/>
          </a:bodyPr>
          <a:lstStyle/>
          <a:p>
            <a:pPr algn="ctr"/>
            <a:r>
              <a:rPr lang="en-US" sz="3600" dirty="0"/>
              <a:t>                   </a:t>
            </a:r>
            <a:br>
              <a:rPr lang="en-US" sz="3600" dirty="0"/>
            </a:br>
            <a:r>
              <a:rPr lang="en-US" sz="3600" dirty="0"/>
              <a:t>    </a:t>
            </a:r>
            <a:r>
              <a:rPr sz="3600" b="1" dirty="0">
                <a:latin typeface="Sans Serif Collection" panose="020B0502040504020204" pitchFamily="34" charset="0"/>
                <a:ea typeface="Sans Serif Collection" panose="020B0502040504020204" pitchFamily="34" charset="0"/>
                <a:cs typeface="Sans Serif Collection" panose="020B0502040504020204" pitchFamily="34" charset="0"/>
              </a:rPr>
              <a:t>DETECTRACARE</a:t>
            </a:r>
            <a:r>
              <a:rPr sz="3600" dirty="0"/>
              <a:t> </a:t>
            </a:r>
            <a:br>
              <a:rPr lang="en-US" sz="3600" dirty="0"/>
            </a:br>
            <a:r>
              <a:rPr lang="en-US" sz="3600" dirty="0"/>
              <a:t>         </a:t>
            </a:r>
            <a:r>
              <a:rPr lang="en-US" sz="2400" b="1" u="sng" dirty="0">
                <a:solidFill>
                  <a:schemeClr val="accent1">
                    <a:lumMod val="60000"/>
                    <a:lumOff val="40000"/>
                  </a:schemeClr>
                </a:solidFill>
                <a:latin typeface="Arial" panose="020B0604020202020204" pitchFamily="34" charset="0"/>
                <a:cs typeface="Arial" panose="020B0604020202020204" pitchFamily="34" charset="0"/>
              </a:rPr>
              <a:t>Predict Early-Prevent Smarter-Live Longer</a:t>
            </a:r>
            <a:br>
              <a:rPr lang="en-US" b="1" dirty="0"/>
            </a:br>
            <a:endParaRPr sz="3600" dirty="0"/>
          </a:p>
        </p:txBody>
      </p:sp>
      <p:pic>
        <p:nvPicPr>
          <p:cNvPr id="5" name="Picture 4">
            <a:extLst>
              <a:ext uri="{FF2B5EF4-FFF2-40B4-BE49-F238E27FC236}">
                <a16:creationId xmlns:a16="http://schemas.microsoft.com/office/drawing/2014/main" id="{58AC7DD9-CD24-3F85-ECB3-DD6C40E3BB39}"/>
              </a:ext>
            </a:extLst>
          </p:cNvPr>
          <p:cNvPicPr>
            <a:picLocks noChangeAspect="1"/>
          </p:cNvPicPr>
          <p:nvPr/>
        </p:nvPicPr>
        <p:blipFill>
          <a:blip r:embed="rId2"/>
          <a:stretch>
            <a:fillRect/>
          </a:stretch>
        </p:blipFill>
        <p:spPr>
          <a:xfrm>
            <a:off x="680720" y="432469"/>
            <a:ext cx="1168400" cy="11684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6" name="Table 5">
            <a:extLst>
              <a:ext uri="{FF2B5EF4-FFF2-40B4-BE49-F238E27FC236}">
                <a16:creationId xmlns:a16="http://schemas.microsoft.com/office/drawing/2014/main" id="{E0BDEF45-794F-FA2E-032E-DADD06978698}"/>
              </a:ext>
            </a:extLst>
          </p:cNvPr>
          <p:cNvGraphicFramePr>
            <a:graphicFrameLocks noGrp="1"/>
          </p:cNvGraphicFramePr>
          <p:nvPr>
            <p:extLst>
              <p:ext uri="{D42A27DB-BD31-4B8C-83A1-F6EECF244321}">
                <p14:modId xmlns:p14="http://schemas.microsoft.com/office/powerpoint/2010/main" val="2201616335"/>
              </p:ext>
            </p:extLst>
          </p:nvPr>
        </p:nvGraphicFramePr>
        <p:xfrm>
          <a:off x="457200" y="3671281"/>
          <a:ext cx="8116529" cy="2948766"/>
        </p:xfrm>
        <a:graphic>
          <a:graphicData uri="http://schemas.openxmlformats.org/drawingml/2006/table">
            <a:tbl>
              <a:tblPr firstRow="1" bandRow="1">
                <a:tableStyleId>{F5AB1C69-6EDB-4FF4-983F-18BD219EF322}</a:tableStyleId>
              </a:tblPr>
              <a:tblGrid>
                <a:gridCol w="2222926">
                  <a:extLst>
                    <a:ext uri="{9D8B030D-6E8A-4147-A177-3AD203B41FA5}">
                      <a16:colId xmlns:a16="http://schemas.microsoft.com/office/drawing/2014/main" val="2222444911"/>
                    </a:ext>
                  </a:extLst>
                </a:gridCol>
                <a:gridCol w="2719600">
                  <a:extLst>
                    <a:ext uri="{9D8B030D-6E8A-4147-A177-3AD203B41FA5}">
                      <a16:colId xmlns:a16="http://schemas.microsoft.com/office/drawing/2014/main" val="556875928"/>
                    </a:ext>
                  </a:extLst>
                </a:gridCol>
                <a:gridCol w="3174003">
                  <a:extLst>
                    <a:ext uri="{9D8B030D-6E8A-4147-A177-3AD203B41FA5}">
                      <a16:colId xmlns:a16="http://schemas.microsoft.com/office/drawing/2014/main" val="3153802123"/>
                    </a:ext>
                  </a:extLst>
                </a:gridCol>
              </a:tblGrid>
              <a:tr h="316564">
                <a:tc>
                  <a:txBody>
                    <a:bodyPr/>
                    <a:lstStyle/>
                    <a:p>
                      <a:r>
                        <a:rPr lang="en-US" sz="1600" b="1" dirty="0"/>
                        <a:t>Members Name</a:t>
                      </a:r>
                      <a:endParaRPr lang="en-IN" sz="1600" b="1" dirty="0"/>
                    </a:p>
                  </a:txBody>
                  <a:tcPr/>
                </a:tc>
                <a:tc>
                  <a:txBody>
                    <a:bodyPr/>
                    <a:lstStyle/>
                    <a:p>
                      <a:r>
                        <a:rPr lang="en-US" sz="1600" b="0" dirty="0"/>
                        <a:t>              </a:t>
                      </a:r>
                      <a:r>
                        <a:rPr lang="en-US" sz="1600" b="1" dirty="0"/>
                        <a:t>Roles</a:t>
                      </a:r>
                      <a:endParaRPr lang="en-IN" sz="1600" b="1" dirty="0"/>
                    </a:p>
                  </a:txBody>
                  <a:tcPr/>
                </a:tc>
                <a:tc>
                  <a:txBody>
                    <a:bodyPr/>
                    <a:lstStyle/>
                    <a:p>
                      <a:r>
                        <a:rPr lang="en-US" sz="1600" b="1" dirty="0"/>
                        <a:t>                 Contact</a:t>
                      </a:r>
                      <a:endParaRPr lang="en-IN" sz="1600" b="1" dirty="0"/>
                    </a:p>
                  </a:txBody>
                  <a:tcPr/>
                </a:tc>
                <a:extLst>
                  <a:ext uri="{0D108BD9-81ED-4DB2-BD59-A6C34878D82A}">
                    <a16:rowId xmlns:a16="http://schemas.microsoft.com/office/drawing/2014/main" val="1299209388"/>
                  </a:ext>
                </a:extLst>
              </a:tr>
              <a:tr h="522075">
                <a:tc>
                  <a:txBody>
                    <a:bodyPr/>
                    <a:lstStyle/>
                    <a:p>
                      <a:r>
                        <a:rPr lang="en-US" sz="1600" b="0" dirty="0"/>
                        <a:t>Vishal Jha</a:t>
                      </a:r>
                      <a:endParaRPr lang="en-IN" sz="1600" b="0" dirty="0"/>
                    </a:p>
                  </a:txBody>
                  <a:tcPr/>
                </a:tc>
                <a:tc>
                  <a:txBody>
                    <a:bodyPr/>
                    <a:lstStyle/>
                    <a:p>
                      <a:r>
                        <a:rPr lang="en-IN" sz="1600" b="0" dirty="0"/>
                        <a:t>Frontend Engineer &amp; </a:t>
                      </a:r>
                    </a:p>
                    <a:p>
                      <a:r>
                        <a:rPr lang="en-IN" sz="1600" b="0" dirty="0"/>
                        <a:t>UX Strategist</a:t>
                      </a:r>
                    </a:p>
                  </a:txBody>
                  <a:tcPr/>
                </a:tc>
                <a:tc>
                  <a:txBody>
                    <a:bodyPr/>
                    <a:lstStyle/>
                    <a:p>
                      <a:pPr algn="l"/>
                      <a:r>
                        <a:rPr lang="en-IN" sz="1600" b="0" dirty="0">
                          <a:solidFill>
                            <a:schemeClr val="tx1"/>
                          </a:solidFill>
                        </a:rPr>
                        <a:t>vishaljha.062002@gmail.com</a:t>
                      </a:r>
                    </a:p>
                  </a:txBody>
                  <a:tcPr/>
                </a:tc>
                <a:extLst>
                  <a:ext uri="{0D108BD9-81ED-4DB2-BD59-A6C34878D82A}">
                    <a16:rowId xmlns:a16="http://schemas.microsoft.com/office/drawing/2014/main" val="629640884"/>
                  </a:ext>
                </a:extLst>
              </a:tr>
              <a:tr h="522075">
                <a:tc>
                  <a:txBody>
                    <a:bodyPr/>
                    <a:lstStyle/>
                    <a:p>
                      <a:r>
                        <a:rPr lang="en-US" sz="1600" b="0" dirty="0"/>
                        <a:t>Aditya Paul</a:t>
                      </a:r>
                      <a:endParaRPr lang="en-IN" sz="1600" b="0" dirty="0"/>
                    </a:p>
                  </a:txBody>
                  <a:tcPr/>
                </a:tc>
                <a:tc>
                  <a:txBody>
                    <a:bodyPr/>
                    <a:lstStyle/>
                    <a:p>
                      <a:r>
                        <a:rPr lang="en-IN" sz="1600" b="0" dirty="0"/>
                        <a:t>Backend Systems &amp; AI Integration Lead</a:t>
                      </a:r>
                    </a:p>
                  </a:txBody>
                  <a:tcPr/>
                </a:tc>
                <a:tc>
                  <a:txBody>
                    <a:bodyPr/>
                    <a:lstStyle/>
                    <a:p>
                      <a:pPr algn="l"/>
                      <a:r>
                        <a:rPr lang="en-IN" sz="1600" b="0" dirty="0">
                          <a:solidFill>
                            <a:schemeClr val="tx1"/>
                          </a:solidFill>
                        </a:rPr>
                        <a:t>aditkumar619@gmail.com</a:t>
                      </a:r>
                    </a:p>
                  </a:txBody>
                  <a:tcPr/>
                </a:tc>
                <a:extLst>
                  <a:ext uri="{0D108BD9-81ED-4DB2-BD59-A6C34878D82A}">
                    <a16:rowId xmlns:a16="http://schemas.microsoft.com/office/drawing/2014/main" val="836686271"/>
                  </a:ext>
                </a:extLst>
              </a:tr>
              <a:tr h="727623">
                <a:tc>
                  <a:txBody>
                    <a:bodyPr/>
                    <a:lstStyle/>
                    <a:p>
                      <a:r>
                        <a:rPr lang="en-US" sz="1600" b="0" dirty="0"/>
                        <a:t>Harsh Vardhan</a:t>
                      </a:r>
                      <a:endParaRPr lang="en-IN" sz="1600" b="0" dirty="0"/>
                    </a:p>
                  </a:txBody>
                  <a:tcPr/>
                </a:tc>
                <a:tc>
                  <a:txBody>
                    <a:bodyPr/>
                    <a:lstStyle/>
                    <a:p>
                      <a:r>
                        <a:rPr lang="en-IN" sz="1600" b="0" dirty="0"/>
                        <a:t>Cloud Architect &amp; </a:t>
                      </a:r>
                    </a:p>
                    <a:p>
                      <a:r>
                        <a:rPr lang="en-IN" sz="1600" b="0" dirty="0"/>
                        <a:t>Database Administrator </a:t>
                      </a:r>
                    </a:p>
                  </a:txBody>
                  <a:tcPr/>
                </a:tc>
                <a:tc>
                  <a:txBody>
                    <a:bodyPr/>
                    <a:lstStyle/>
                    <a:p>
                      <a:pPr algn="l"/>
                      <a:r>
                        <a:rPr lang="en-US" sz="1600" b="0" dirty="0">
                          <a:solidFill>
                            <a:schemeClr val="tx1"/>
                          </a:solidFill>
                        </a:rPr>
                        <a:t>hvardhan1031@gmail.com</a:t>
                      </a:r>
                      <a:endParaRPr lang="en-IN" sz="1600" b="0" dirty="0">
                        <a:solidFill>
                          <a:schemeClr val="tx1"/>
                        </a:solidFill>
                      </a:endParaRPr>
                    </a:p>
                  </a:txBody>
                  <a:tcPr/>
                </a:tc>
                <a:extLst>
                  <a:ext uri="{0D108BD9-81ED-4DB2-BD59-A6C34878D82A}">
                    <a16:rowId xmlns:a16="http://schemas.microsoft.com/office/drawing/2014/main" val="1659542577"/>
                  </a:ext>
                </a:extLst>
              </a:tr>
              <a:tr h="727623">
                <a:tc>
                  <a:txBody>
                    <a:bodyPr/>
                    <a:lstStyle/>
                    <a:p>
                      <a:r>
                        <a:rPr lang="en-US" sz="1600" b="0" dirty="0"/>
                        <a:t>Ajay  Sharma</a:t>
                      </a:r>
                      <a:endParaRPr lang="en-IN" sz="1600" b="0" dirty="0"/>
                    </a:p>
                  </a:txBody>
                  <a:tcPr/>
                </a:tc>
                <a:tc>
                  <a:txBody>
                    <a:bodyPr/>
                    <a:lstStyle/>
                    <a:p>
                      <a:r>
                        <a:rPr lang="en-IN" sz="1600" b="0" dirty="0"/>
                        <a:t>Clinical Logic &amp; Health Intelligence Specialist</a:t>
                      </a:r>
                    </a:p>
                  </a:txBody>
                  <a:tcPr/>
                </a:tc>
                <a:tc>
                  <a:txBody>
                    <a:bodyPr/>
                    <a:lstStyle/>
                    <a:p>
                      <a:pPr algn="l"/>
                      <a:r>
                        <a:rPr lang="en-IN" sz="1600" b="0" dirty="0">
                          <a:solidFill>
                            <a:schemeClr val="tx1"/>
                          </a:solidFill>
                        </a:rPr>
                        <a:t>ajkumar050602@gmail.com</a:t>
                      </a:r>
                    </a:p>
                  </a:txBody>
                  <a:tcPr/>
                </a:tc>
                <a:extLst>
                  <a:ext uri="{0D108BD9-81ED-4DB2-BD59-A6C34878D82A}">
                    <a16:rowId xmlns:a16="http://schemas.microsoft.com/office/drawing/2014/main" val="2868991356"/>
                  </a:ext>
                </a:extLst>
              </a:tr>
            </a:tbl>
          </a:graphicData>
        </a:graphic>
      </p:graphicFrame>
      <p:sp>
        <p:nvSpPr>
          <p:cNvPr id="11" name="TextBox 10">
            <a:extLst>
              <a:ext uri="{FF2B5EF4-FFF2-40B4-BE49-F238E27FC236}">
                <a16:creationId xmlns:a16="http://schemas.microsoft.com/office/drawing/2014/main" id="{F1BDE96C-CB5F-F176-8548-0D9524D7EEC9}"/>
              </a:ext>
            </a:extLst>
          </p:cNvPr>
          <p:cNvSpPr txBox="1"/>
          <p:nvPr/>
        </p:nvSpPr>
        <p:spPr>
          <a:xfrm>
            <a:off x="327906" y="2101806"/>
            <a:ext cx="8116529" cy="2169825"/>
          </a:xfrm>
          <a:prstGeom prst="rect">
            <a:avLst/>
          </a:prstGeom>
          <a:noFill/>
        </p:spPr>
        <p:txBody>
          <a:bodyPr wrap="square">
            <a:spAutoFit/>
          </a:bodyPr>
          <a:lstStyle/>
          <a:p>
            <a:pPr marL="342900" indent="-342900" algn="l" rtl="0">
              <a:buFont typeface="Wingdings" panose="05000000000000000000" pitchFamily="2" charset="2"/>
              <a:buChar char="v"/>
            </a:pPr>
            <a:r>
              <a:rPr lang="en-IN" sz="1900" b="1" i="0" u="sng" dirty="0">
                <a:solidFill>
                  <a:schemeClr val="accent5">
                    <a:lumMod val="50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Theme : HealthTech &amp; Human Wellbeing</a:t>
            </a:r>
            <a:endParaRPr lang="en-IN" sz="1900" b="1" u="sng" dirty="0">
              <a:solidFill>
                <a:schemeClr val="accent5">
                  <a:lumMod val="50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342900" indent="-342900" algn="l" rtl="0">
              <a:buFont typeface="Wingdings" panose="05000000000000000000" pitchFamily="2" charset="2"/>
              <a:buChar char="v"/>
            </a:pPr>
            <a:endParaRPr lang="en-IN" sz="1900" b="1" i="0" u="sng" dirty="0">
              <a:solidFill>
                <a:schemeClr val="accent5">
                  <a:lumMod val="50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342900" indent="-342900" algn="l" rtl="0">
              <a:buFont typeface="Wingdings" panose="05000000000000000000" pitchFamily="2" charset="2"/>
              <a:buChar char="v"/>
            </a:pPr>
            <a:r>
              <a:rPr lang="en-IN" sz="1900" b="1" i="0" u="sng" dirty="0">
                <a:solidFill>
                  <a:schemeClr val="accent2">
                    <a:lumMod val="50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Team Name : Shadow Coders</a:t>
            </a:r>
          </a:p>
          <a:p>
            <a:pPr marL="342900" indent="-342900">
              <a:buFont typeface="Wingdings" panose="05000000000000000000" pitchFamily="2" charset="2"/>
              <a:buChar char="v"/>
            </a:pP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latin typeface="Calibri" panose="020F0502020204030204" pitchFamily="34" charset="0"/>
              <a:ea typeface="Calibri" panose="020F0502020204030204" pitchFamily="34" charset="0"/>
              <a:cs typeface="Calibri" panose="020F0502020204030204" pitchFamily="34" charset="0"/>
            </a:endParaRPr>
          </a:p>
          <a:p>
            <a:br>
              <a:rPr lang="en-IN" sz="1900" b="1" u="sng" dirty="0">
                <a:solidFill>
                  <a:schemeClr val="accent5">
                    <a:lumMod val="50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IN" sz="1900" b="1" u="sng" dirty="0">
              <a:solidFill>
                <a:schemeClr val="accent5">
                  <a:lumMod val="50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38464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6155" y="2894729"/>
            <a:ext cx="7480380" cy="3555028"/>
          </a:xfrm>
        </p:spPr>
        <p:txBody>
          <a:bodyPr>
            <a:normAutofit/>
          </a:bodyPr>
          <a:lstStyle/>
          <a:p>
            <a:pPr marL="0" indent="0">
              <a:buNone/>
            </a:pPr>
            <a:endParaRPr lang="en-US" sz="17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7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Mission:</a:t>
            </a:r>
            <a:r>
              <a:rPr lang="en-US" sz="1800" dirty="0">
                <a:latin typeface="Calibri" panose="020F0502020204030204" pitchFamily="34" charset="0"/>
                <a:ea typeface="Calibri" panose="020F0502020204030204" pitchFamily="34" charset="0"/>
                <a:cs typeface="Calibri" panose="020F0502020204030204" pitchFamily="34" charset="0"/>
              </a:rPr>
              <a:t> To empower global citizens with an intelligent health companion that detects risks before they manifest into clinical symptoms.</a:t>
            </a:r>
          </a:p>
          <a:p>
            <a:pPr>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Core Utility:</a:t>
            </a:r>
            <a:r>
              <a:rPr lang="en-US" sz="1800" dirty="0">
                <a:latin typeface="Calibri" panose="020F0502020204030204" pitchFamily="34" charset="0"/>
                <a:ea typeface="Calibri" panose="020F0502020204030204" pitchFamily="34" charset="0"/>
                <a:cs typeface="Calibri" panose="020F0502020204030204" pitchFamily="34" charset="0"/>
              </a:rPr>
              <a:t> A unified platform combining clinical vitals, AI-driven nutritional mapping, and real-time medical document analysis.</a:t>
            </a:r>
          </a:p>
          <a:p>
            <a:pPr>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Key Advantage:</a:t>
            </a:r>
            <a:r>
              <a:rPr lang="en-US" sz="1800" dirty="0">
                <a:latin typeface="Calibri" panose="020F0502020204030204" pitchFamily="34" charset="0"/>
                <a:ea typeface="Calibri" panose="020F0502020204030204" pitchFamily="34" charset="0"/>
                <a:cs typeface="Calibri" panose="020F0502020204030204" pitchFamily="34" charset="0"/>
              </a:rPr>
              <a:t> Framework-free, high-performance architecture optimized for global accessibility on any device.</a:t>
            </a:r>
          </a:p>
          <a:p>
            <a:pPr marL="0" indent="0">
              <a:buNone/>
            </a:pPr>
            <a:endParaRPr sz="1700" dirty="0">
              <a:latin typeface="Calibri" panose="020F0502020204030204" pitchFamily="34" charset="0"/>
              <a:ea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432F4FCD-C62D-695F-AD80-417ABD8B447A}"/>
              </a:ext>
            </a:extLst>
          </p:cNvPr>
          <p:cNvSpPr txBox="1">
            <a:spLocks/>
          </p:cNvSpPr>
          <p:nvPr/>
        </p:nvSpPr>
        <p:spPr>
          <a:xfrm>
            <a:off x="290052" y="203433"/>
            <a:ext cx="8549148" cy="1035337"/>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a:t>                   </a:t>
            </a:r>
            <a:br>
              <a:rPr lang="en-US" sz="3600" dirty="0"/>
            </a:br>
            <a:r>
              <a:rPr lang="en-US" sz="3600" dirty="0"/>
              <a:t>                  </a:t>
            </a:r>
          </a:p>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INTRODUCTION</a:t>
            </a:r>
            <a:r>
              <a:rPr lang="en-US" sz="3600" dirty="0"/>
              <a:t> </a:t>
            </a:r>
            <a:br>
              <a:rPr lang="en-US" sz="3600" dirty="0"/>
            </a:br>
            <a:r>
              <a:rPr lang="en-US" sz="3600" dirty="0"/>
              <a:t>         </a:t>
            </a:r>
            <a:br>
              <a:rPr lang="en-US" b="1" dirty="0"/>
            </a:br>
            <a:endParaRPr lang="en-US" sz="3600" dirty="0"/>
          </a:p>
        </p:txBody>
      </p:sp>
      <p:sp>
        <p:nvSpPr>
          <p:cNvPr id="4" name="TextBox 3">
            <a:extLst>
              <a:ext uri="{FF2B5EF4-FFF2-40B4-BE49-F238E27FC236}">
                <a16:creationId xmlns:a16="http://schemas.microsoft.com/office/drawing/2014/main" id="{FD156482-BC00-70DC-813B-CFAD7F98206E}"/>
              </a:ext>
            </a:extLst>
          </p:cNvPr>
          <p:cNvSpPr txBox="1"/>
          <p:nvPr/>
        </p:nvSpPr>
        <p:spPr>
          <a:xfrm>
            <a:off x="290052" y="1727002"/>
            <a:ext cx="4572000" cy="769441"/>
          </a:xfrm>
          <a:prstGeom prst="rect">
            <a:avLst/>
          </a:prstGeom>
          <a:noFill/>
        </p:spPr>
        <p:txBody>
          <a:bodyPr wrap="square">
            <a:spAutoFit/>
          </a:bodyPr>
          <a:lstStyle/>
          <a:p>
            <a:r>
              <a:rPr lang="en-US" sz="22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Our Vision: Proactive Prevention</a:t>
            </a:r>
          </a:p>
          <a:p>
            <a:endParaRPr lang="en-US" sz="2200" b="1" u="sng" dirty="0">
              <a:latin typeface="Calibri" panose="020F0502020204030204" pitchFamily="34" charset="0"/>
              <a:ea typeface="Calibri" panose="020F0502020204030204" pitchFamily="34" charset="0"/>
              <a:cs typeface="Calibri" panose="020F0502020204030204" pitchFamily="34" charset="0"/>
            </a:endParaRPr>
          </a:p>
        </p:txBody>
      </p:sp>
      <p:pic>
        <p:nvPicPr>
          <p:cNvPr id="7" name="Image 2" descr="preencoded.png">
            <a:extLst>
              <a:ext uri="{FF2B5EF4-FFF2-40B4-BE49-F238E27FC236}">
                <a16:creationId xmlns:a16="http://schemas.microsoft.com/office/drawing/2014/main" id="{4B7D73E3-99C5-1A9F-28A3-8B8AD57864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525" y="3645946"/>
            <a:ext cx="494562" cy="494562"/>
          </a:xfrm>
          <a:prstGeom prst="rect">
            <a:avLst/>
          </a:prstGeom>
        </p:spPr>
      </p:pic>
      <p:pic>
        <p:nvPicPr>
          <p:cNvPr id="17" name="Image 6"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0053" y="5281613"/>
            <a:ext cx="260271" cy="260271"/>
          </a:xfrm>
          <a:prstGeom prst="rect">
            <a:avLst/>
          </a:prstGeom>
        </p:spPr>
      </p:pic>
      <p:sp>
        <p:nvSpPr>
          <p:cNvPr id="15" name="Text 1">
            <a:extLst>
              <a:ext uri="{FF2B5EF4-FFF2-40B4-BE49-F238E27FC236}">
                <a16:creationId xmlns:a16="http://schemas.microsoft.com/office/drawing/2014/main" id="{83BB3FA5-CC01-8245-01CE-0FFA777ECB51}"/>
              </a:ext>
            </a:extLst>
          </p:cNvPr>
          <p:cNvSpPr/>
          <p:nvPr/>
        </p:nvSpPr>
        <p:spPr>
          <a:xfrm>
            <a:off x="383457" y="2241676"/>
            <a:ext cx="8549149" cy="836772"/>
          </a:xfrm>
          <a:prstGeom prst="rect">
            <a:avLst/>
          </a:prstGeom>
          <a:noFill/>
          <a:ln/>
        </p:spPr>
        <p:txBody>
          <a:bodyPr wrap="square" lIns="0" tIns="0" rIns="0" bIns="0" rtlCol="0" anchor="t"/>
          <a:lstStyle/>
          <a:p>
            <a:pPr marL="0" indent="0">
              <a:lnSpc>
                <a:spcPts val="2200"/>
              </a:lnSpc>
              <a:buNone/>
            </a:pPr>
            <a:r>
              <a:rPr lang="en-US" sz="1500" dirty="0">
                <a:latin typeface="Sans Serif Collection" panose="020B0502040504020204" pitchFamily="34" charset="0"/>
                <a:ea typeface="Sans Serif Collection" panose="020B0502040504020204" pitchFamily="34" charset="0"/>
                <a:cs typeface="Sans Serif Collection" panose="020B0502040504020204" pitchFamily="34" charset="0"/>
              </a:rPr>
              <a:t>Healthcare today is largely reactive—we treat illness after it strikes. DetectraCare bridges the critical gap between reactive treatment and proactive prevention, empowering individuals worldwide with an intelligent health companion that identifies risks before symptoms even appear.</a:t>
            </a:r>
          </a:p>
        </p:txBody>
      </p:sp>
      <p:pic>
        <p:nvPicPr>
          <p:cNvPr id="16" name="Image 6" descr="preencoded.png">
            <a:extLst>
              <a:ext uri="{FF2B5EF4-FFF2-40B4-BE49-F238E27FC236}">
                <a16:creationId xmlns:a16="http://schemas.microsoft.com/office/drawing/2014/main" id="{9429D627-6B4C-1EEB-EE82-AB581D1419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5975" y="5628206"/>
            <a:ext cx="463448" cy="463448"/>
          </a:xfrm>
          <a:prstGeom prst="rect">
            <a:avLst/>
          </a:prstGeom>
        </p:spPr>
      </p:pic>
      <p:pic>
        <p:nvPicPr>
          <p:cNvPr id="18" name="Image 4" descr="preencoded.png">
            <a:extLst>
              <a:ext uri="{FF2B5EF4-FFF2-40B4-BE49-F238E27FC236}">
                <a16:creationId xmlns:a16="http://schemas.microsoft.com/office/drawing/2014/main" id="{4B5C5A0B-7B2F-1782-2EF0-F69D40F2250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8991" y="4634934"/>
            <a:ext cx="377417" cy="3774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9C9D0BEB-2143-D3BF-80F4-8CD9603569FD}"/>
              </a:ext>
            </a:extLst>
          </p:cNvPr>
          <p:cNvSpPr/>
          <p:nvPr/>
        </p:nvSpPr>
        <p:spPr>
          <a:xfrm>
            <a:off x="213227" y="1648732"/>
            <a:ext cx="2784749" cy="2421823"/>
          </a:xfrm>
          <a:prstGeom prst="flowChartConnector">
            <a:avLst/>
          </a:prstGeom>
          <a:solidFill>
            <a:schemeClr val="accent3">
              <a:lumMod val="75000"/>
            </a:schemeClr>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none" lIns="0" tIns="0" rIns="0" bIns="0" rtlCol="0" anchor="t"/>
          <a:lstStyle/>
          <a:p>
            <a:pPr algn="ctr">
              <a:lnSpc>
                <a:spcPts val="2350"/>
              </a:lnSpc>
            </a:pPr>
            <a:r>
              <a:rPr lang="en-US" sz="2300" b="1" dirty="0">
                <a:latin typeface="Sora Medium" panose="020B0604020202020204" charset="0"/>
                <a:ea typeface="Sora Medium" pitchFamily="34" charset="-122"/>
                <a:cs typeface="Sora Medium" panose="020B0604020202020204" charset="0"/>
              </a:rPr>
              <a:t>80 %</a:t>
            </a:r>
            <a:endParaRPr lang="en-US" sz="2300" b="1" dirty="0">
              <a:latin typeface="Sora Medium" pitchFamily="34" charset="0"/>
              <a:ea typeface="Sora Medium" pitchFamily="34" charset="-122"/>
              <a:cs typeface="Sora Medium" pitchFamily="34" charset="-120"/>
            </a:endParaRPr>
          </a:p>
          <a:p>
            <a:pPr marL="0" indent="0" algn="ctr">
              <a:lnSpc>
                <a:spcPts val="2350"/>
              </a:lnSpc>
              <a:buNone/>
            </a:pPr>
            <a:r>
              <a:rPr lang="en-US" sz="1600" b="1" dirty="0">
                <a:latin typeface="Sora Medium" pitchFamily="34" charset="0"/>
                <a:ea typeface="Sora Medium" pitchFamily="34" charset="-122"/>
                <a:cs typeface="Sora Medium" pitchFamily="34" charset="-120"/>
              </a:rPr>
              <a:t>Preventable Deaths</a:t>
            </a:r>
          </a:p>
          <a:p>
            <a:pPr algn="ctr">
              <a:lnSpc>
                <a:spcPts val="2350"/>
              </a:lnSpc>
            </a:pPr>
            <a:r>
              <a:rPr lang="en-US" sz="1600" dirty="0">
                <a:latin typeface="Noto Sans TC" panose="020B0604020202020204" charset="-128"/>
                <a:ea typeface="Noto Sans TC" panose="020B0604020202020204" charset="-128"/>
                <a:cs typeface="Noto Sans TC" pitchFamily="34" charset="-120"/>
              </a:rPr>
              <a:t>Heart disease and strokes </a:t>
            </a:r>
          </a:p>
          <a:p>
            <a:pPr algn="ctr">
              <a:lnSpc>
                <a:spcPts val="2350"/>
              </a:lnSpc>
            </a:pPr>
            <a:r>
              <a:rPr lang="en-US" sz="1600" dirty="0">
                <a:latin typeface="Noto Sans TC" panose="020B0604020202020204" charset="-128"/>
                <a:ea typeface="Noto Sans TC" panose="020B0604020202020204" charset="-128"/>
                <a:cs typeface="Noto Sans TC" pitchFamily="34" charset="-120"/>
              </a:rPr>
              <a:t>that could be avoided with </a:t>
            </a:r>
          </a:p>
          <a:p>
            <a:pPr algn="ctr">
              <a:lnSpc>
                <a:spcPts val="2350"/>
              </a:lnSpc>
            </a:pPr>
            <a:r>
              <a:rPr lang="en-US" sz="1600" dirty="0">
                <a:latin typeface="Noto Sans TC" panose="020B0604020202020204" charset="-128"/>
                <a:ea typeface="Noto Sans TC" panose="020B0604020202020204" charset="-128"/>
                <a:cs typeface="Noto Sans TC" pitchFamily="34" charset="-120"/>
              </a:rPr>
              <a:t>early detection</a:t>
            </a:r>
            <a:endParaRPr lang="en-US" sz="1600" dirty="0">
              <a:latin typeface="Noto Sans TC" panose="020B0604020202020204" charset="-128"/>
              <a:ea typeface="Noto Sans TC" panose="020B0604020202020204" charset="-128"/>
            </a:endParaRPr>
          </a:p>
          <a:p>
            <a:pPr marL="0" indent="0">
              <a:lnSpc>
                <a:spcPts val="2350"/>
              </a:lnSpc>
              <a:buNone/>
            </a:pPr>
            <a:endParaRPr lang="en-US" sz="1850" dirty="0"/>
          </a:p>
        </p:txBody>
      </p:sp>
      <p:sp>
        <p:nvSpPr>
          <p:cNvPr id="11" name="Text 5">
            <a:extLst>
              <a:ext uri="{FF2B5EF4-FFF2-40B4-BE49-F238E27FC236}">
                <a16:creationId xmlns:a16="http://schemas.microsoft.com/office/drawing/2014/main" id="{C48E8104-8FD4-E6AE-6DD2-921004829840}"/>
              </a:ext>
            </a:extLst>
          </p:cNvPr>
          <p:cNvSpPr/>
          <p:nvPr/>
        </p:nvSpPr>
        <p:spPr>
          <a:xfrm>
            <a:off x="6310162" y="2430095"/>
            <a:ext cx="2387918" cy="1071275"/>
          </a:xfrm>
          <a:prstGeom prst="rect">
            <a:avLst/>
          </a:prstGeom>
          <a:noFill/>
          <a:ln/>
        </p:spPr>
        <p:txBody>
          <a:bodyPr wrap="none" lIns="0" tIns="0" rIns="0" bIns="0" rtlCol="0" anchor="t"/>
          <a:lstStyle/>
          <a:p>
            <a:pPr marL="0" indent="0">
              <a:lnSpc>
                <a:spcPts val="2350"/>
              </a:lnSpc>
              <a:buNone/>
            </a:pPr>
            <a:endParaRPr lang="en-US" sz="1850" dirty="0"/>
          </a:p>
        </p:txBody>
      </p:sp>
      <p:sp>
        <p:nvSpPr>
          <p:cNvPr id="13" name="Text 8">
            <a:extLst>
              <a:ext uri="{FF2B5EF4-FFF2-40B4-BE49-F238E27FC236}">
                <a16:creationId xmlns:a16="http://schemas.microsoft.com/office/drawing/2014/main" id="{6B3E1AE5-3247-E01B-BC57-95CCA8CD9739}"/>
              </a:ext>
            </a:extLst>
          </p:cNvPr>
          <p:cNvSpPr/>
          <p:nvPr/>
        </p:nvSpPr>
        <p:spPr>
          <a:xfrm>
            <a:off x="3048001" y="2399543"/>
            <a:ext cx="2865477" cy="810587"/>
          </a:xfrm>
          <a:prstGeom prst="rect">
            <a:avLst/>
          </a:prstGeom>
          <a:noFill/>
          <a:ln/>
        </p:spPr>
        <p:txBody>
          <a:bodyPr wrap="none" lIns="0" tIns="0" rIns="0" bIns="0" rtlCol="0" anchor="t"/>
          <a:lstStyle/>
          <a:p>
            <a:pPr marL="0" indent="0">
              <a:lnSpc>
                <a:spcPts val="2350"/>
              </a:lnSpc>
              <a:buNone/>
            </a:pPr>
            <a:endParaRPr lang="en-US" sz="1500" dirty="0">
              <a:latin typeface="Noto Sans TC" panose="020B0604020202020204" charset="-128"/>
              <a:ea typeface="Noto Sans TC" panose="020B0604020202020204" charset="-128"/>
              <a:cs typeface="Sora Medium" pitchFamily="34" charset="-120"/>
            </a:endParaRPr>
          </a:p>
          <a:p>
            <a:pPr marL="0" indent="0">
              <a:lnSpc>
                <a:spcPts val="2350"/>
              </a:lnSpc>
              <a:buNone/>
            </a:pPr>
            <a:endParaRPr lang="en-US" sz="1500" dirty="0">
              <a:latin typeface="Noto Sans TC" panose="020B0604020202020204" charset="-128"/>
              <a:ea typeface="Noto Sans TC" panose="020B0604020202020204" charset="-128"/>
            </a:endParaRPr>
          </a:p>
        </p:txBody>
      </p:sp>
      <p:sp>
        <p:nvSpPr>
          <p:cNvPr id="15" name="Title 1">
            <a:extLst>
              <a:ext uri="{FF2B5EF4-FFF2-40B4-BE49-F238E27FC236}">
                <a16:creationId xmlns:a16="http://schemas.microsoft.com/office/drawing/2014/main" id="{CBBECD48-D6C3-DBA7-EC98-1F2BB72C90C2}"/>
              </a:ext>
            </a:extLst>
          </p:cNvPr>
          <p:cNvSpPr txBox="1">
            <a:spLocks/>
          </p:cNvSpPr>
          <p:nvPr/>
        </p:nvSpPr>
        <p:spPr>
          <a:xfrm>
            <a:off x="468480" y="202518"/>
            <a:ext cx="8229600" cy="1035337"/>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3600" dirty="0"/>
              <a:t>                   </a:t>
            </a:r>
            <a:br>
              <a:rPr lang="en-US" sz="3600" dirty="0"/>
            </a:br>
            <a:r>
              <a:rPr lang="en-US" sz="3600" dirty="0"/>
              <a:t>                  </a:t>
            </a:r>
          </a:p>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THE GLOBAL PROBLEM</a:t>
            </a:r>
            <a:r>
              <a:rPr lang="en-US" sz="3600" dirty="0"/>
              <a:t> </a:t>
            </a:r>
            <a:br>
              <a:rPr lang="en-US" sz="3600" dirty="0"/>
            </a:br>
            <a:r>
              <a:rPr lang="en-US" sz="3600" dirty="0"/>
              <a:t>         </a:t>
            </a:r>
            <a:br>
              <a:rPr lang="en-US" b="1" dirty="0"/>
            </a:br>
            <a:endParaRPr lang="en-US" sz="3600" dirty="0"/>
          </a:p>
        </p:txBody>
      </p:sp>
      <p:sp>
        <p:nvSpPr>
          <p:cNvPr id="16" name="Text 10">
            <a:extLst>
              <a:ext uri="{FF2B5EF4-FFF2-40B4-BE49-F238E27FC236}">
                <a16:creationId xmlns:a16="http://schemas.microsoft.com/office/drawing/2014/main" id="{C86D5708-7B2D-5774-06F1-2B87B8661BE6}"/>
              </a:ext>
            </a:extLst>
          </p:cNvPr>
          <p:cNvSpPr/>
          <p:nvPr/>
        </p:nvSpPr>
        <p:spPr>
          <a:xfrm>
            <a:off x="263399" y="4371818"/>
            <a:ext cx="2865477" cy="358140"/>
          </a:xfrm>
          <a:prstGeom prst="rect">
            <a:avLst/>
          </a:prstGeom>
          <a:noFill/>
          <a:ln/>
        </p:spPr>
        <p:txBody>
          <a:bodyPr wrap="none" lIns="0" tIns="0" rIns="0" bIns="0" rtlCol="0" anchor="t"/>
          <a:lstStyle/>
          <a:p>
            <a:pPr marL="0" indent="0" algn="l">
              <a:lnSpc>
                <a:spcPts val="2800"/>
              </a:lnSpc>
              <a:buNone/>
            </a:pPr>
            <a:r>
              <a:rPr lang="en-US" sz="2250" b="1" u="sng" dirty="0">
                <a:latin typeface="Sans Serif Collection" panose="020B0502040504020204" pitchFamily="34" charset="0"/>
                <a:ea typeface="Sans Serif Collection" panose="020B0502040504020204" pitchFamily="34" charset="0"/>
                <a:cs typeface="Sans Serif Collection" panose="020B0502040504020204" pitchFamily="34" charset="0"/>
              </a:rPr>
              <a:t>The Challenge</a:t>
            </a:r>
          </a:p>
        </p:txBody>
      </p:sp>
      <p:sp>
        <p:nvSpPr>
          <p:cNvPr id="17" name="Text 11">
            <a:extLst>
              <a:ext uri="{FF2B5EF4-FFF2-40B4-BE49-F238E27FC236}">
                <a16:creationId xmlns:a16="http://schemas.microsoft.com/office/drawing/2014/main" id="{D84218D8-E9EB-C5B3-AD71-BE1AEF8B4110}"/>
              </a:ext>
            </a:extLst>
          </p:cNvPr>
          <p:cNvSpPr/>
          <p:nvPr/>
        </p:nvSpPr>
        <p:spPr>
          <a:xfrm>
            <a:off x="263399" y="5131776"/>
            <a:ext cx="4355745" cy="847606"/>
          </a:xfrm>
          <a:prstGeom prst="rect">
            <a:avLst/>
          </a:prstGeom>
          <a:noFill/>
          <a:ln/>
        </p:spPr>
        <p:txBody>
          <a:bodyPr wrap="square" lIns="0" tIns="0" rIns="0" bIns="0" rtlCol="0" anchor="t"/>
          <a:lstStyle/>
          <a:p>
            <a:pPr marL="0" indent="0" algn="l">
              <a:lnSpc>
                <a:spcPts val="2200"/>
              </a:lnSpc>
              <a:buNone/>
            </a:pPr>
            <a:r>
              <a:rPr lang="en-US" sz="1700" dirty="0">
                <a:latin typeface="Calibri" panose="020F0502020204030204" pitchFamily="34" charset="0"/>
                <a:ea typeface="Calibri" panose="020F0502020204030204" pitchFamily="34" charset="0"/>
                <a:cs typeface="Calibri" panose="020F0502020204030204" pitchFamily="34" charset="0"/>
              </a:rPr>
              <a:t>Millions suffer from late detection of preventable conditions. Most existing health apps are either </a:t>
            </a:r>
          </a:p>
          <a:p>
            <a:pPr marL="0" indent="0" algn="l">
              <a:lnSpc>
                <a:spcPts val="2200"/>
              </a:lnSpc>
              <a:buNone/>
            </a:pPr>
            <a:r>
              <a:rPr lang="en-US" sz="1700" dirty="0">
                <a:latin typeface="Calibri" panose="020F0502020204030204" pitchFamily="34" charset="0"/>
                <a:ea typeface="Calibri" panose="020F0502020204030204" pitchFamily="34" charset="0"/>
                <a:cs typeface="Calibri" panose="020F0502020204030204" pitchFamily="34" charset="0"/>
              </a:rPr>
              <a:t>too complex for everyday users or lack the clinical grounding necessary for meaningful insights.</a:t>
            </a:r>
          </a:p>
        </p:txBody>
      </p:sp>
      <p:sp>
        <p:nvSpPr>
          <p:cNvPr id="18" name="Text 12">
            <a:extLst>
              <a:ext uri="{FF2B5EF4-FFF2-40B4-BE49-F238E27FC236}">
                <a16:creationId xmlns:a16="http://schemas.microsoft.com/office/drawing/2014/main" id="{C3C6750F-0D45-0811-893F-E62DA6407ABB}"/>
              </a:ext>
            </a:extLst>
          </p:cNvPr>
          <p:cNvSpPr/>
          <p:nvPr/>
        </p:nvSpPr>
        <p:spPr>
          <a:xfrm>
            <a:off x="5039097" y="4356010"/>
            <a:ext cx="2865477" cy="358140"/>
          </a:xfrm>
          <a:prstGeom prst="rect">
            <a:avLst/>
          </a:prstGeom>
          <a:noFill/>
          <a:ln/>
        </p:spPr>
        <p:txBody>
          <a:bodyPr wrap="none" lIns="0" tIns="0" rIns="0" bIns="0" rtlCol="0" anchor="t"/>
          <a:lstStyle/>
          <a:p>
            <a:pPr marL="0" indent="0" algn="l">
              <a:lnSpc>
                <a:spcPts val="2800"/>
              </a:lnSpc>
              <a:buNone/>
            </a:pPr>
            <a:r>
              <a:rPr lang="en-US" sz="2250" b="1" u="sng" dirty="0">
                <a:latin typeface="Sans Serif Collection" panose="020B0502040504020204" pitchFamily="34" charset="0"/>
                <a:ea typeface="Sans Serif Collection" panose="020B0502040504020204" pitchFamily="34" charset="0"/>
                <a:cs typeface="Sans Serif Collection" panose="020B0502040504020204" pitchFamily="34" charset="0"/>
              </a:rPr>
              <a:t>Our Solution</a:t>
            </a:r>
          </a:p>
        </p:txBody>
      </p:sp>
      <p:sp>
        <p:nvSpPr>
          <p:cNvPr id="19" name="Text 13">
            <a:extLst>
              <a:ext uri="{FF2B5EF4-FFF2-40B4-BE49-F238E27FC236}">
                <a16:creationId xmlns:a16="http://schemas.microsoft.com/office/drawing/2014/main" id="{E5567AC9-C844-C516-ADE6-BA2D33E0FB9A}"/>
              </a:ext>
            </a:extLst>
          </p:cNvPr>
          <p:cNvSpPr/>
          <p:nvPr/>
        </p:nvSpPr>
        <p:spPr>
          <a:xfrm>
            <a:off x="5039097" y="5106897"/>
            <a:ext cx="3689166" cy="1283861"/>
          </a:xfrm>
          <a:prstGeom prst="rect">
            <a:avLst/>
          </a:prstGeom>
          <a:noFill/>
          <a:ln/>
        </p:spPr>
        <p:txBody>
          <a:bodyPr wrap="square" lIns="0" tIns="0" rIns="0" bIns="0" rtlCol="0" anchor="t"/>
          <a:lstStyle/>
          <a:p>
            <a:pPr marL="0" indent="0" algn="l">
              <a:lnSpc>
                <a:spcPts val="2200"/>
              </a:lnSpc>
              <a:buNone/>
            </a:pPr>
            <a:r>
              <a:rPr lang="en-US" sz="1700" dirty="0">
                <a:latin typeface="Calibri "/>
                <a:ea typeface="Noto Sans TC" pitchFamily="34" charset="-122"/>
                <a:cs typeface="Noto Sans TC" pitchFamily="34" charset="-120"/>
              </a:rPr>
              <a:t>An all-in-one Health Intelligence portal that transforms raw vitals into actionable clinical insights, making preventive healthcare accessible to everyone.</a:t>
            </a:r>
            <a:endParaRPr lang="en-US" sz="1700" dirty="0">
              <a:latin typeface="Calibri "/>
            </a:endParaRPr>
          </a:p>
        </p:txBody>
      </p:sp>
      <p:sp>
        <p:nvSpPr>
          <p:cNvPr id="28" name="Text 2">
            <a:extLst>
              <a:ext uri="{FF2B5EF4-FFF2-40B4-BE49-F238E27FC236}">
                <a16:creationId xmlns:a16="http://schemas.microsoft.com/office/drawing/2014/main" id="{3509D962-DEA8-9410-A7E2-CD20BA28911F}"/>
              </a:ext>
            </a:extLst>
          </p:cNvPr>
          <p:cNvSpPr/>
          <p:nvPr/>
        </p:nvSpPr>
        <p:spPr>
          <a:xfrm>
            <a:off x="3179625" y="1648732"/>
            <a:ext cx="2784749" cy="2421823"/>
          </a:xfrm>
          <a:prstGeom prst="flowChartConnector">
            <a:avLst/>
          </a:prstGeom>
          <a:solidFill>
            <a:schemeClr val="accent3">
              <a:lumMod val="75000"/>
            </a:schemeClr>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none" lIns="0" tIns="0" rIns="0" bIns="0" rtlCol="0" anchor="t"/>
          <a:lstStyle/>
          <a:p>
            <a:pPr algn="ctr">
              <a:lnSpc>
                <a:spcPts val="2350"/>
              </a:lnSpc>
            </a:pPr>
            <a:r>
              <a:rPr lang="en-US" sz="2300" b="1" dirty="0">
                <a:latin typeface="Sora Medium" panose="020B0604020202020204" charset="0"/>
                <a:ea typeface="Sora Medium" pitchFamily="34" charset="-122"/>
                <a:cs typeface="Sora Medium" panose="020B0604020202020204" charset="0"/>
              </a:rPr>
              <a:t>5-10</a:t>
            </a:r>
            <a:endParaRPr lang="en-US" sz="2300" b="1" dirty="0">
              <a:latin typeface="Sora Medium" pitchFamily="34" charset="0"/>
              <a:ea typeface="Sora Medium" pitchFamily="34" charset="-122"/>
              <a:cs typeface="Sora Medium" pitchFamily="34" charset="-120"/>
            </a:endParaRPr>
          </a:p>
          <a:p>
            <a:pPr algn="ctr">
              <a:lnSpc>
                <a:spcPts val="2350"/>
              </a:lnSpc>
            </a:pPr>
            <a:r>
              <a:rPr lang="en-US" sz="1600" b="1" dirty="0">
                <a:latin typeface="Sora Medium" pitchFamily="34" charset="0"/>
                <a:ea typeface="Sora Medium" pitchFamily="34" charset="-122"/>
                <a:cs typeface="Sora Medium" pitchFamily="34" charset="-120"/>
              </a:rPr>
              <a:t>Years Earlier</a:t>
            </a:r>
          </a:p>
          <a:p>
            <a:pPr algn="ctr">
              <a:lnSpc>
                <a:spcPts val="2350"/>
              </a:lnSpc>
            </a:pPr>
            <a:r>
              <a:rPr lang="en-US" sz="1600" dirty="0">
                <a:latin typeface="Noto Sans TC" panose="020B0604020202020204" charset="-128"/>
                <a:ea typeface="Noto Sans TC" panose="020B0604020202020204" charset="-128"/>
                <a:cs typeface="Noto Sans TC" pitchFamily="34" charset="-120"/>
              </a:rPr>
              <a:t>Average window for effective</a:t>
            </a:r>
          </a:p>
          <a:p>
            <a:pPr algn="ctr">
              <a:lnSpc>
                <a:spcPts val="2350"/>
              </a:lnSpc>
            </a:pPr>
            <a:r>
              <a:rPr lang="en-US" sz="1600" dirty="0">
                <a:latin typeface="Noto Sans TC" panose="020B0604020202020204" charset="-128"/>
                <a:ea typeface="Noto Sans TC" panose="020B0604020202020204" charset="-128"/>
                <a:cs typeface="Noto Sans TC" pitchFamily="34" charset="-120"/>
              </a:rPr>
              <a:t>preventive intervention</a:t>
            </a:r>
            <a:endParaRPr lang="en-US" sz="1600" dirty="0">
              <a:latin typeface="Noto Sans TC" panose="020B0604020202020204" charset="-128"/>
              <a:ea typeface="Noto Sans TC" panose="020B0604020202020204" charset="-128"/>
            </a:endParaRPr>
          </a:p>
          <a:p>
            <a:pPr marL="0" indent="0">
              <a:lnSpc>
                <a:spcPts val="2350"/>
              </a:lnSpc>
              <a:buNone/>
            </a:pPr>
            <a:endParaRPr lang="en-US" sz="1850" dirty="0"/>
          </a:p>
        </p:txBody>
      </p:sp>
      <p:sp>
        <p:nvSpPr>
          <p:cNvPr id="29" name="Text 2">
            <a:extLst>
              <a:ext uri="{FF2B5EF4-FFF2-40B4-BE49-F238E27FC236}">
                <a16:creationId xmlns:a16="http://schemas.microsoft.com/office/drawing/2014/main" id="{B35BD401-8518-566B-96F7-A8CE15FC4410}"/>
              </a:ext>
            </a:extLst>
          </p:cNvPr>
          <p:cNvSpPr/>
          <p:nvPr/>
        </p:nvSpPr>
        <p:spPr>
          <a:xfrm>
            <a:off x="6146024" y="1639907"/>
            <a:ext cx="2784749" cy="2421823"/>
          </a:xfrm>
          <a:prstGeom prst="flowChartConnector">
            <a:avLst/>
          </a:prstGeom>
          <a:solidFill>
            <a:schemeClr val="accent3">
              <a:lumMod val="75000"/>
            </a:schemeClr>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none" lIns="0" tIns="0" rIns="0" bIns="0" rtlCol="0" anchor="t"/>
          <a:lstStyle/>
          <a:p>
            <a:pPr algn="ctr">
              <a:lnSpc>
                <a:spcPts val="2350"/>
              </a:lnSpc>
            </a:pPr>
            <a:r>
              <a:rPr lang="en-US" sz="2300" b="1" dirty="0">
                <a:latin typeface="Sora Medium" panose="020B0604020202020204" charset="0"/>
                <a:ea typeface="Sora Medium" pitchFamily="34" charset="-122"/>
                <a:cs typeface="Sora Medium" panose="020B0604020202020204" charset="0"/>
              </a:rPr>
              <a:t>17M</a:t>
            </a:r>
            <a:endParaRPr lang="en-US" sz="2300" b="1" dirty="0">
              <a:latin typeface="Sora Medium" pitchFamily="34" charset="0"/>
              <a:ea typeface="Sora Medium" pitchFamily="34" charset="-122"/>
              <a:cs typeface="Sora Medium" pitchFamily="34" charset="-120"/>
            </a:endParaRPr>
          </a:p>
          <a:p>
            <a:pPr algn="ctr">
              <a:lnSpc>
                <a:spcPts val="2350"/>
              </a:lnSpc>
            </a:pPr>
            <a:r>
              <a:rPr lang="en-US" sz="1600" b="1" dirty="0">
                <a:latin typeface="Sora Medium" pitchFamily="34" charset="0"/>
                <a:ea typeface="Sora Medium" pitchFamily="34" charset="-122"/>
                <a:cs typeface="Sora Medium" pitchFamily="34" charset="-120"/>
              </a:rPr>
              <a:t>Annual Deaths</a:t>
            </a:r>
          </a:p>
          <a:p>
            <a:pPr algn="ctr">
              <a:lnSpc>
                <a:spcPts val="2200"/>
              </a:lnSpc>
            </a:pPr>
            <a:r>
              <a:rPr lang="en-US" sz="1600" dirty="0">
                <a:latin typeface="Noto Sans TC" panose="020B0604020202020204" charset="-128"/>
                <a:ea typeface="Noto Sans TC" panose="020B0604020202020204" charset="-128"/>
                <a:cs typeface="Noto Sans TC" pitchFamily="34" charset="-120"/>
              </a:rPr>
              <a:t>Cardiovascular deaths </a:t>
            </a:r>
          </a:p>
          <a:p>
            <a:pPr algn="ctr">
              <a:lnSpc>
                <a:spcPts val="2200"/>
              </a:lnSpc>
            </a:pPr>
            <a:r>
              <a:rPr lang="en-US" sz="1600" dirty="0">
                <a:latin typeface="Noto Sans TC" panose="020B0604020202020204" charset="-128"/>
                <a:ea typeface="Noto Sans TC" panose="020B0604020202020204" charset="-128"/>
                <a:cs typeface="Noto Sans TC" pitchFamily="34" charset="-120"/>
              </a:rPr>
              <a:t>worldwide each year</a:t>
            </a:r>
            <a:endParaRPr lang="en-US" sz="1600" dirty="0">
              <a:latin typeface="Noto Sans TC" panose="020B0604020202020204" charset="-128"/>
              <a:ea typeface="Noto Sans TC" panose="020B0604020202020204" charset="-128"/>
            </a:endParaRPr>
          </a:p>
          <a:p>
            <a:pPr marL="0" indent="0" algn="ctr">
              <a:lnSpc>
                <a:spcPts val="2350"/>
              </a:lnSpc>
              <a:buNone/>
            </a:pP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5621" y="3242678"/>
            <a:ext cx="6131397" cy="2833658"/>
          </a:xfrm>
        </p:spPr>
        <p:txBody>
          <a:bodyPr>
            <a:normAutofit/>
          </a:bodyPr>
          <a:lstStyle/>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User inputs clinical vitals, lifestyle habits, and symptoms.</a:t>
            </a:r>
          </a:p>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The Bio-Digital Twin Engine processes data through evidence-based medical models.</a:t>
            </a:r>
          </a:p>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Generation of a Health Assessment Report with localized risk scores.</a:t>
            </a:r>
          </a:p>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Personalized Diet Planning and 24/7 AI support via HealthBuddy.</a:t>
            </a:r>
          </a:p>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Secure cloud storage for tracking health trajectories over time.</a:t>
            </a: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dirty="0"/>
          </a:p>
        </p:txBody>
      </p:sp>
      <p:graphicFrame>
        <p:nvGraphicFramePr>
          <p:cNvPr id="9" name="Diagram 8">
            <a:extLst>
              <a:ext uri="{FF2B5EF4-FFF2-40B4-BE49-F238E27FC236}">
                <a16:creationId xmlns:a16="http://schemas.microsoft.com/office/drawing/2014/main" id="{76EE88C6-1182-B10B-4E81-5640DB556235}"/>
              </a:ext>
            </a:extLst>
          </p:cNvPr>
          <p:cNvGraphicFramePr/>
          <p:nvPr>
            <p:extLst>
              <p:ext uri="{D42A27DB-BD31-4B8C-83A1-F6EECF244321}">
                <p14:modId xmlns:p14="http://schemas.microsoft.com/office/powerpoint/2010/main" val="2770819929"/>
              </p:ext>
            </p:extLst>
          </p:nvPr>
        </p:nvGraphicFramePr>
        <p:xfrm>
          <a:off x="457199" y="1819787"/>
          <a:ext cx="4187560" cy="4785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itle 1">
            <a:extLst>
              <a:ext uri="{FF2B5EF4-FFF2-40B4-BE49-F238E27FC236}">
                <a16:creationId xmlns:a16="http://schemas.microsoft.com/office/drawing/2014/main" id="{0F0A9012-D3D7-801B-DEB9-BA8C17364C1E}"/>
              </a:ext>
            </a:extLst>
          </p:cNvPr>
          <p:cNvSpPr txBox="1">
            <a:spLocks/>
          </p:cNvSpPr>
          <p:nvPr/>
        </p:nvSpPr>
        <p:spPr>
          <a:xfrm>
            <a:off x="457199" y="253099"/>
            <a:ext cx="8229600" cy="1035337"/>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SYSTEM OVERVIEW &amp; WORKFLOW</a:t>
            </a:r>
            <a:endParaRPr lang="en-US" sz="3600" dirty="0"/>
          </a:p>
        </p:txBody>
      </p:sp>
      <p:sp>
        <p:nvSpPr>
          <p:cNvPr id="2" name="TextBox 1">
            <a:hlinkClick r:id="rId7"/>
            <a:extLst>
              <a:ext uri="{FF2B5EF4-FFF2-40B4-BE49-F238E27FC236}">
                <a16:creationId xmlns:a16="http://schemas.microsoft.com/office/drawing/2014/main" id="{4D0F08AF-5421-293A-A643-E99CF6EC7A9B}"/>
              </a:ext>
            </a:extLst>
          </p:cNvPr>
          <p:cNvSpPr txBox="1"/>
          <p:nvPr/>
        </p:nvSpPr>
        <p:spPr>
          <a:xfrm>
            <a:off x="845574" y="6233652"/>
            <a:ext cx="7610168" cy="400110"/>
          </a:xfrm>
          <a:prstGeom prst="rect">
            <a:avLst/>
          </a:prstGeom>
          <a:noFill/>
        </p:spPr>
        <p:txBody>
          <a:bodyPr wrap="square" rtlCol="0">
            <a:spAutoFit/>
          </a:bodyPr>
          <a:lstStyle/>
          <a:p>
            <a:r>
              <a:rPr lang="en-IN" sz="2000" b="1" dirty="0">
                <a:hlinkClick r:id="rId8">
                  <a:extLst>
                    <a:ext uri="{A12FA001-AC4F-418D-AE19-62706E023703}">
                      <ahyp:hlinkClr xmlns:ahyp="http://schemas.microsoft.com/office/drawing/2018/hyperlinkcolor" val="tx"/>
                    </a:ext>
                  </a:extLst>
                </a:hlinkClick>
              </a:rPr>
              <a:t>🔗Project Live Demo</a:t>
            </a:r>
            <a:endParaRPr lang="en-IN" sz="2000" b="1" dirty="0"/>
          </a:p>
        </p:txBody>
      </p:sp>
      <p:pic>
        <p:nvPicPr>
          <p:cNvPr id="6" name="Graphic 5" descr="Chevron arrows with solid fill">
            <a:extLst>
              <a:ext uri="{FF2B5EF4-FFF2-40B4-BE49-F238E27FC236}">
                <a16:creationId xmlns:a16="http://schemas.microsoft.com/office/drawing/2014/main" id="{DCE31CB3-1141-C632-22B0-764945726B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7199" y="6205107"/>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a:extLst>
              <a:ext uri="{FF2B5EF4-FFF2-40B4-BE49-F238E27FC236}">
                <a16:creationId xmlns:a16="http://schemas.microsoft.com/office/drawing/2014/main" id="{51867207-740C-4F4A-FD42-6B1821203566}"/>
              </a:ext>
            </a:extLst>
          </p:cNvPr>
          <p:cNvSpPr>
            <a:spLocks noGrp="1" noChangeArrowheads="1"/>
          </p:cNvSpPr>
          <p:nvPr>
            <p:ph idx="1"/>
          </p:nvPr>
        </p:nvSpPr>
        <p:spPr bwMode="auto">
          <a:xfrm>
            <a:off x="410480" y="2870938"/>
            <a:ext cx="4463802" cy="276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buFont typeface="Wingdings" panose="05000000000000000000" pitchFamily="2" charset="2"/>
              <a:buChar char="§"/>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Performance First: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Built with vanilla HTML5, CSS3, and JavaScript to ensure sub-second load times in low-bandwidth regions.</a:t>
            </a:r>
          </a:p>
          <a:p>
            <a:pPr eaLnBrk="0" fontAlgn="base" hangingPunct="0">
              <a:spcBef>
                <a:spcPct val="0"/>
              </a:spcBef>
              <a:spcAft>
                <a:spcPct val="0"/>
              </a:spcAft>
              <a:buClrTx/>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ClrTx/>
              <a:buFont typeface="Wingdings" panose="05000000000000000000" pitchFamily="2" charset="2"/>
              <a:buChar char="§"/>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b="1" dirty="0">
                <a:latin typeface="Calibri" panose="020F0502020204030204" pitchFamily="34" charset="0"/>
                <a:ea typeface="Calibri" panose="020F0502020204030204" pitchFamily="34" charset="0"/>
                <a:cs typeface="Calibri" panose="020F0502020204030204" pitchFamily="34" charset="0"/>
              </a:rPr>
              <a:t> Luxe-Emerald Design System:</a:t>
            </a:r>
            <a:r>
              <a:rPr lang="en-US" altLang="en-US" sz="1800" dirty="0">
                <a:latin typeface="Calibri" panose="020F0502020204030204" pitchFamily="34" charset="0"/>
                <a:ea typeface="Calibri" panose="020F0502020204030204" pitchFamily="34" charset="0"/>
                <a:cs typeface="Calibri" panose="020F0502020204030204" pitchFamily="34" charset="0"/>
              </a:rPr>
              <a:t> A premium, high-contrast dark/light mode interface designed for readability and "Health-Calm" aesthetics</a:t>
            </a:r>
            <a:r>
              <a:rPr lang="en-US" altLang="en-US" dirty="0">
                <a:latin typeface="Calibri" panose="020F0502020204030204" pitchFamily="34" charset="0"/>
                <a:ea typeface="Calibri" panose="020F0502020204030204" pitchFamily="34" charset="0"/>
                <a:cs typeface="Calibri" panose="020F0502020204030204" pitchFamily="34" charset="0"/>
              </a:rPr>
              <a:t>.</a:t>
            </a:r>
          </a:p>
        </p:txBody>
      </p:sp>
      <p:sp>
        <p:nvSpPr>
          <p:cNvPr id="15" name="TextBox 14">
            <a:extLst>
              <a:ext uri="{FF2B5EF4-FFF2-40B4-BE49-F238E27FC236}">
                <a16:creationId xmlns:a16="http://schemas.microsoft.com/office/drawing/2014/main" id="{4659EEEE-0332-5F0B-054D-D6CC6B7BB880}"/>
              </a:ext>
            </a:extLst>
          </p:cNvPr>
          <p:cNvSpPr txBox="1"/>
          <p:nvPr/>
        </p:nvSpPr>
        <p:spPr>
          <a:xfrm>
            <a:off x="-152487" y="1780296"/>
            <a:ext cx="6631912" cy="461665"/>
          </a:xfrm>
          <a:prstGeom prst="rect">
            <a:avLst/>
          </a:prstGeom>
          <a:noFill/>
        </p:spPr>
        <p:txBody>
          <a:bodyPr wrap="square">
            <a:spAutoFit/>
          </a:bodyPr>
          <a:lstStyle/>
          <a:p>
            <a:pPr marL="342900" indent="-342900" algn="ctr">
              <a:buFont typeface="Wingdings" panose="05000000000000000000" pitchFamily="2" charset="2"/>
              <a:buChar char="Ø"/>
            </a:pPr>
            <a:r>
              <a:rPr lang="en-IN" sz="2400" b="1" u="sng" dirty="0">
                <a:latin typeface="Calibri" panose="020F0502020204030204" pitchFamily="34" charset="0"/>
                <a:ea typeface="Calibri" panose="020F0502020204030204" pitchFamily="34" charset="0"/>
                <a:cs typeface="Calibri" panose="020F0502020204030204" pitchFamily="34" charset="0"/>
              </a:rPr>
              <a:t>Focus: User-Centric Design &amp; Performance</a:t>
            </a:r>
          </a:p>
        </p:txBody>
      </p:sp>
      <p:sp>
        <p:nvSpPr>
          <p:cNvPr id="4" name="Title 1">
            <a:extLst>
              <a:ext uri="{FF2B5EF4-FFF2-40B4-BE49-F238E27FC236}">
                <a16:creationId xmlns:a16="http://schemas.microsoft.com/office/drawing/2014/main" id="{66840B8B-A957-5A2B-11F2-9B1277C53DC9}"/>
              </a:ext>
            </a:extLst>
          </p:cNvPr>
          <p:cNvSpPr txBox="1">
            <a:spLocks/>
          </p:cNvSpPr>
          <p:nvPr/>
        </p:nvSpPr>
        <p:spPr>
          <a:xfrm>
            <a:off x="201442" y="153932"/>
            <a:ext cx="8736081" cy="1429062"/>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FRONTEND ARCHITECTURE &amp; </a:t>
            </a:r>
            <a:b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USER EXPERIENCE</a:t>
            </a:r>
            <a:endParaRPr lang="en-US" sz="3600" dirty="0"/>
          </a:p>
        </p:txBody>
      </p:sp>
      <p:sp>
        <p:nvSpPr>
          <p:cNvPr id="5" name="TextBox 4">
            <a:extLst>
              <a:ext uri="{FF2B5EF4-FFF2-40B4-BE49-F238E27FC236}">
                <a16:creationId xmlns:a16="http://schemas.microsoft.com/office/drawing/2014/main" id="{5A0B4B48-CD16-B873-D676-E9C83A5F21A9}"/>
              </a:ext>
            </a:extLst>
          </p:cNvPr>
          <p:cNvSpPr txBox="1"/>
          <p:nvPr/>
        </p:nvSpPr>
        <p:spPr>
          <a:xfrm>
            <a:off x="5041388" y="2772129"/>
            <a:ext cx="3650285" cy="2862322"/>
          </a:xfrm>
          <a:prstGeom prst="rect">
            <a:avLst/>
          </a:prstGeom>
          <a:noFill/>
        </p:spPr>
        <p:txBody>
          <a:bodyPr wrap="square" rtlCol="0">
            <a:spAutoFit/>
          </a:bodyPr>
          <a:lstStyle/>
          <a:p>
            <a:pPr eaLnBrk="0" fontAlgn="base" hangingPunct="0">
              <a:spcBef>
                <a:spcPct val="0"/>
              </a:spcBef>
              <a:spcAft>
                <a:spcPct val="0"/>
              </a:spcAft>
              <a:buClrTx/>
              <a:buFont typeface="Wingdings" panose="05000000000000000000" pitchFamily="2" charset="2"/>
              <a:buChar char="§"/>
            </a:pPr>
            <a:r>
              <a:rPr lang="en-US" altLang="en-US" b="1" dirty="0">
                <a:latin typeface="Calibri" panose="020F0502020204030204" pitchFamily="34" charset="0"/>
                <a:ea typeface="Calibri" panose="020F0502020204030204" pitchFamily="34" charset="0"/>
                <a:cs typeface="Calibri" panose="020F0502020204030204" pitchFamily="34" charset="0"/>
              </a:rPr>
              <a:t> Adaptive Layouts:</a:t>
            </a:r>
            <a:r>
              <a:rPr lang="en-US" altLang="en-US" dirty="0">
                <a:latin typeface="Calibri" panose="020F0502020204030204" pitchFamily="34" charset="0"/>
                <a:ea typeface="Calibri" panose="020F0502020204030204" pitchFamily="34" charset="0"/>
                <a:cs typeface="Calibri" panose="020F0502020204030204" pitchFamily="34" charset="0"/>
              </a:rPr>
              <a:t> Fully responsive "Bento-Grid" architecture that scales from high-resolution desktops to mobile devices.</a:t>
            </a:r>
          </a:p>
          <a:p>
            <a:pPr eaLnBrk="0" fontAlgn="base" hangingPunct="0">
              <a:spcBef>
                <a:spcPct val="0"/>
              </a:spcBef>
              <a:spcAft>
                <a:spcPct val="0"/>
              </a:spcAft>
              <a:buClrTx/>
              <a:buFont typeface="Wingdings" panose="05000000000000000000" pitchFamily="2" charset="2"/>
              <a:buChar char="§"/>
            </a:pPr>
            <a:endParaRPr lang="en-US" altLang="en-US"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ClrTx/>
            </a:pPr>
            <a:endParaRPr lang="en-US" altLang="en-US"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ClrTx/>
              <a:buFont typeface="Wingdings" panose="05000000000000000000" pitchFamily="2" charset="2"/>
              <a:buChar char="§"/>
            </a:pPr>
            <a:r>
              <a:rPr lang="en-US" altLang="en-US" b="1" dirty="0">
                <a:latin typeface="Calibri" panose="020F0502020204030204" pitchFamily="34" charset="0"/>
                <a:ea typeface="Calibri" panose="020F0502020204030204" pitchFamily="34" charset="0"/>
                <a:cs typeface="Calibri" panose="020F0502020204030204" pitchFamily="34" charset="0"/>
              </a:rPr>
              <a:t> Micro-Interactions:</a:t>
            </a:r>
            <a:r>
              <a:rPr lang="en-US" altLang="en-US" dirty="0">
                <a:latin typeface="Calibri" panose="020F0502020204030204" pitchFamily="34" charset="0"/>
                <a:ea typeface="Calibri" panose="020F0502020204030204" pitchFamily="34" charset="0"/>
                <a:cs typeface="Calibri" panose="020F0502020204030204" pitchFamily="34" charset="0"/>
              </a:rPr>
              <a:t> Utilizes CSS-mesh gradients and typewriter effects to enhance user engagement and information retention</a:t>
            </a:r>
            <a:endParaRPr lang="en-IN" dirty="0"/>
          </a:p>
        </p:txBody>
      </p:sp>
      <p:sp>
        <p:nvSpPr>
          <p:cNvPr id="8" name="Rectangle 7">
            <a:extLst>
              <a:ext uri="{FF2B5EF4-FFF2-40B4-BE49-F238E27FC236}">
                <a16:creationId xmlns:a16="http://schemas.microsoft.com/office/drawing/2014/main" id="{7570CD7F-E86A-73A8-2751-E92F8D7792F0}"/>
              </a:ext>
            </a:extLst>
          </p:cNvPr>
          <p:cNvSpPr/>
          <p:nvPr/>
        </p:nvSpPr>
        <p:spPr>
          <a:xfrm>
            <a:off x="452327" y="4139381"/>
            <a:ext cx="8239346" cy="127819"/>
          </a:xfrm>
          <a:prstGeom prst="rect">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8100000" scaled="1"/>
            <a:tileRect/>
          </a:gradFill>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48CEAB6-A6C4-20DE-8293-BDE541ED05CE}"/>
              </a:ext>
            </a:extLst>
          </p:cNvPr>
          <p:cNvSpPr txBox="1">
            <a:spLocks/>
          </p:cNvSpPr>
          <p:nvPr/>
        </p:nvSpPr>
        <p:spPr>
          <a:xfrm>
            <a:off x="203959" y="181725"/>
            <a:ext cx="8736081" cy="1517552"/>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BACKEND &amp; CHATBOT INTEGRATION</a:t>
            </a:r>
            <a:endParaRPr lang="en-US" sz="3600" u="sng" dirty="0"/>
          </a:p>
        </p:txBody>
      </p:sp>
      <p:graphicFrame>
        <p:nvGraphicFramePr>
          <p:cNvPr id="2" name="Diagram 1">
            <a:extLst>
              <a:ext uri="{FF2B5EF4-FFF2-40B4-BE49-F238E27FC236}">
                <a16:creationId xmlns:a16="http://schemas.microsoft.com/office/drawing/2014/main" id="{38B85439-AF69-4C19-8018-44F98A607A95}"/>
              </a:ext>
            </a:extLst>
          </p:cNvPr>
          <p:cNvGraphicFramePr/>
          <p:nvPr>
            <p:extLst>
              <p:ext uri="{D42A27DB-BD31-4B8C-83A1-F6EECF244321}">
                <p14:modId xmlns:p14="http://schemas.microsoft.com/office/powerpoint/2010/main" val="1778117163"/>
              </p:ext>
            </p:extLst>
          </p:nvPr>
        </p:nvGraphicFramePr>
        <p:xfrm>
          <a:off x="203958" y="2348271"/>
          <a:ext cx="8736081" cy="3954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41E53A0-CDB4-B4E9-4E3B-D7B76F2DD17F}"/>
              </a:ext>
            </a:extLst>
          </p:cNvPr>
          <p:cNvSpPr txBox="1"/>
          <p:nvPr/>
        </p:nvSpPr>
        <p:spPr>
          <a:xfrm>
            <a:off x="203958" y="1669377"/>
            <a:ext cx="6985819" cy="461665"/>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Calibri" panose="020F0502020204030204" pitchFamily="34" charset="0"/>
                <a:ea typeface="Calibri" panose="020F0502020204030204" pitchFamily="34" charset="0"/>
                <a:cs typeface="Calibri" panose="020F0502020204030204" pitchFamily="34" charset="0"/>
              </a:rPr>
              <a:t>Focus: Real-time Scalability &amp; Security.</a:t>
            </a:r>
          </a:p>
        </p:txBody>
      </p:sp>
      <p:sp>
        <p:nvSpPr>
          <p:cNvPr id="2" name="Title 1">
            <a:extLst>
              <a:ext uri="{FF2B5EF4-FFF2-40B4-BE49-F238E27FC236}">
                <a16:creationId xmlns:a16="http://schemas.microsoft.com/office/drawing/2014/main" id="{01FA7A07-8686-7363-E19C-5C936593692E}"/>
              </a:ext>
            </a:extLst>
          </p:cNvPr>
          <p:cNvSpPr txBox="1">
            <a:spLocks/>
          </p:cNvSpPr>
          <p:nvPr/>
        </p:nvSpPr>
        <p:spPr>
          <a:xfrm>
            <a:off x="203958" y="265633"/>
            <a:ext cx="8736081" cy="1278032"/>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DATABASE &amp; AUTHENTICATION</a:t>
            </a:r>
            <a:endParaRPr lang="en-US" sz="3600" dirty="0"/>
          </a:p>
        </p:txBody>
      </p:sp>
      <p:graphicFrame>
        <p:nvGraphicFramePr>
          <p:cNvPr id="8" name="Diagram 7">
            <a:extLst>
              <a:ext uri="{FF2B5EF4-FFF2-40B4-BE49-F238E27FC236}">
                <a16:creationId xmlns:a16="http://schemas.microsoft.com/office/drawing/2014/main" id="{94786687-6E76-04BB-D1EA-9049BEA1290C}"/>
              </a:ext>
            </a:extLst>
          </p:cNvPr>
          <p:cNvGraphicFramePr/>
          <p:nvPr>
            <p:extLst>
              <p:ext uri="{D42A27DB-BD31-4B8C-83A1-F6EECF244321}">
                <p14:modId xmlns:p14="http://schemas.microsoft.com/office/powerpoint/2010/main" val="973528625"/>
              </p:ext>
            </p:extLst>
          </p:nvPr>
        </p:nvGraphicFramePr>
        <p:xfrm>
          <a:off x="337952" y="2445045"/>
          <a:ext cx="8330443" cy="42900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A388C-C2EA-AC90-9D28-0FCE8EB397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DB868B-0BA7-0F01-099E-717A8D1063DC}"/>
              </a:ext>
            </a:extLst>
          </p:cNvPr>
          <p:cNvSpPr txBox="1"/>
          <p:nvPr/>
        </p:nvSpPr>
        <p:spPr>
          <a:xfrm>
            <a:off x="279235" y="1701743"/>
            <a:ext cx="6140245" cy="461665"/>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Calibri" panose="020F0502020204030204" pitchFamily="34" charset="0"/>
                <a:ea typeface="Calibri" panose="020F0502020204030204" pitchFamily="34" charset="0"/>
                <a:cs typeface="Calibri" panose="020F0502020204030204" pitchFamily="34" charset="0"/>
              </a:rPr>
              <a:t>Focus: Evidence-Based Algorithms.</a:t>
            </a:r>
          </a:p>
        </p:txBody>
      </p:sp>
      <p:sp>
        <p:nvSpPr>
          <p:cNvPr id="2" name="Title 1">
            <a:extLst>
              <a:ext uri="{FF2B5EF4-FFF2-40B4-BE49-F238E27FC236}">
                <a16:creationId xmlns:a16="http://schemas.microsoft.com/office/drawing/2014/main" id="{A698C2D0-6D18-97B7-12D6-4ECFF959D68E}"/>
              </a:ext>
            </a:extLst>
          </p:cNvPr>
          <p:cNvSpPr txBox="1">
            <a:spLocks/>
          </p:cNvSpPr>
          <p:nvPr/>
        </p:nvSpPr>
        <p:spPr>
          <a:xfrm>
            <a:off x="203959" y="186248"/>
            <a:ext cx="8736081" cy="1319734"/>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HEALTH  ASSESSMENT  LOGIC</a:t>
            </a:r>
            <a:endParaRPr lang="en-US" sz="3600" dirty="0"/>
          </a:p>
        </p:txBody>
      </p:sp>
      <p:pic>
        <p:nvPicPr>
          <p:cNvPr id="8" name="Image 1" descr="preencoded.png">
            <a:extLst>
              <a:ext uri="{FF2B5EF4-FFF2-40B4-BE49-F238E27FC236}">
                <a16:creationId xmlns:a16="http://schemas.microsoft.com/office/drawing/2014/main" id="{F7CE4F8F-605E-2BA1-B8E2-3C8D2FFD14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961" y="2790143"/>
            <a:ext cx="396835" cy="396835"/>
          </a:xfrm>
          <a:prstGeom prst="rect">
            <a:avLst/>
          </a:prstGeom>
          <a:effectLst>
            <a:outerShdw blurRad="50800" dist="38100" dir="16200000" rotWithShape="0">
              <a:prstClr val="black">
                <a:alpha val="40000"/>
              </a:prstClr>
            </a:outerShdw>
          </a:effectLst>
        </p:spPr>
      </p:pic>
      <p:sp>
        <p:nvSpPr>
          <p:cNvPr id="9" name="Text 2">
            <a:extLst>
              <a:ext uri="{FF2B5EF4-FFF2-40B4-BE49-F238E27FC236}">
                <a16:creationId xmlns:a16="http://schemas.microsoft.com/office/drawing/2014/main" id="{AFB70A7F-65DB-911A-29FB-FDB1FF60B647}"/>
              </a:ext>
            </a:extLst>
          </p:cNvPr>
          <p:cNvSpPr/>
          <p:nvPr/>
        </p:nvSpPr>
        <p:spPr>
          <a:xfrm>
            <a:off x="860838" y="2830344"/>
            <a:ext cx="1998702" cy="248007"/>
          </a:xfrm>
          <a:prstGeom prst="rect">
            <a:avLst/>
          </a:prstGeom>
          <a:noFill/>
          <a:ln/>
        </p:spPr>
        <p:txBody>
          <a:bodyPr wrap="none" lIns="0" tIns="0" rIns="0" bIns="0" rtlCol="0" anchor="t"/>
          <a:lstStyle/>
          <a:p>
            <a:pPr marL="0" indent="0" algn="l">
              <a:lnSpc>
                <a:spcPts val="1950"/>
              </a:lnSpc>
              <a:buNone/>
            </a:pPr>
            <a:r>
              <a:rPr lang="en-US" sz="2000" b="1" dirty="0">
                <a:latin typeface="Calibri" panose="020F0502020204030204" pitchFamily="34" charset="0"/>
                <a:ea typeface="Calibri" panose="020F0502020204030204" pitchFamily="34" charset="0"/>
                <a:cs typeface="Calibri" panose="020F0502020204030204" pitchFamily="34" charset="0"/>
              </a:rPr>
              <a:t>Cardiovascular Risk</a:t>
            </a:r>
          </a:p>
        </p:txBody>
      </p:sp>
      <p:sp>
        <p:nvSpPr>
          <p:cNvPr id="10" name="Text 3">
            <a:extLst>
              <a:ext uri="{FF2B5EF4-FFF2-40B4-BE49-F238E27FC236}">
                <a16:creationId xmlns:a16="http://schemas.microsoft.com/office/drawing/2014/main" id="{90837DEF-F580-4F98-486C-89F326359540}"/>
              </a:ext>
            </a:extLst>
          </p:cNvPr>
          <p:cNvSpPr/>
          <p:nvPr/>
        </p:nvSpPr>
        <p:spPr>
          <a:xfrm>
            <a:off x="793789" y="3215828"/>
            <a:ext cx="3375087" cy="1717072"/>
          </a:xfrm>
          <a:prstGeom prst="rect">
            <a:avLst/>
          </a:prstGeom>
          <a:noFill/>
          <a:ln/>
        </p:spPr>
        <p:txBody>
          <a:bodyPr wrap="square" lIns="0" tIns="0" rIns="0" bIns="0" rtlCol="0" anchor="t"/>
          <a:lstStyle/>
          <a:p>
            <a:pPr marL="0" indent="0" algn="l">
              <a:lnSpc>
                <a:spcPts val="1700"/>
              </a:lnSpc>
              <a:buNone/>
            </a:pPr>
            <a:r>
              <a:rPr lang="en-US" dirty="0">
                <a:latin typeface="Calibri "/>
                <a:ea typeface="Noto Sans TC" pitchFamily="34" charset="-122"/>
                <a:cs typeface="Noto Sans TC" pitchFamily="34" charset="-120"/>
              </a:rPr>
              <a:t>Scoring models inspired by the Framingham Heart Study, assessing 10-year risk of coronary heart disease based on age, cholesterol, blood </a:t>
            </a:r>
            <a:r>
              <a:rPr lang="en-US" dirty="0">
                <a:latin typeface="Calibri "/>
                <a:ea typeface="Noto Sans TC" pitchFamily="34" charset="-122"/>
                <a:cs typeface="Calibri" panose="020F0502020204030204" pitchFamily="34" charset="0"/>
              </a:rPr>
              <a:t>pressure</a:t>
            </a:r>
            <a:r>
              <a:rPr lang="en-US" dirty="0">
                <a:latin typeface="Calibri "/>
                <a:ea typeface="Noto Sans TC" pitchFamily="34" charset="-122"/>
                <a:cs typeface="Noto Sans TC" pitchFamily="34" charset="-120"/>
              </a:rPr>
              <a:t>, and lifestyle factors.</a:t>
            </a:r>
            <a:endParaRPr lang="en-US" dirty="0">
              <a:latin typeface="Calibri "/>
            </a:endParaRPr>
          </a:p>
        </p:txBody>
      </p:sp>
      <p:pic>
        <p:nvPicPr>
          <p:cNvPr id="11" name="Image 3" descr="preencoded.png">
            <a:extLst>
              <a:ext uri="{FF2B5EF4-FFF2-40B4-BE49-F238E27FC236}">
                <a16:creationId xmlns:a16="http://schemas.microsoft.com/office/drawing/2014/main" id="{A96D53A1-87B8-27AC-347F-DDE533089E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39493" y="2780595"/>
            <a:ext cx="396835" cy="396835"/>
          </a:xfrm>
          <a:prstGeom prst="rect">
            <a:avLst/>
          </a:prstGeom>
          <a:effectLst>
            <a:outerShdw blurRad="50800" dist="38100" dir="16200000" rotWithShape="0">
              <a:prstClr val="black">
                <a:alpha val="40000"/>
              </a:prstClr>
            </a:outerShdw>
          </a:effectLst>
        </p:spPr>
      </p:pic>
      <p:sp>
        <p:nvSpPr>
          <p:cNvPr id="12" name="Text 6">
            <a:extLst>
              <a:ext uri="{FF2B5EF4-FFF2-40B4-BE49-F238E27FC236}">
                <a16:creationId xmlns:a16="http://schemas.microsoft.com/office/drawing/2014/main" id="{E365010D-B4DE-E8D8-DFDA-21151869D58D}"/>
              </a:ext>
            </a:extLst>
          </p:cNvPr>
          <p:cNvSpPr/>
          <p:nvPr/>
        </p:nvSpPr>
        <p:spPr>
          <a:xfrm>
            <a:off x="5213909" y="2830344"/>
            <a:ext cx="2069902" cy="248007"/>
          </a:xfrm>
          <a:prstGeom prst="rect">
            <a:avLst/>
          </a:prstGeom>
          <a:noFill/>
          <a:ln/>
        </p:spPr>
        <p:txBody>
          <a:bodyPr wrap="none" lIns="0" tIns="0" rIns="0" bIns="0" rtlCol="0" anchor="t"/>
          <a:lstStyle/>
          <a:p>
            <a:pPr marL="0" indent="0" algn="l">
              <a:lnSpc>
                <a:spcPts val="1950"/>
              </a:lnSpc>
              <a:buNone/>
            </a:pPr>
            <a:r>
              <a:rPr lang="en-US" sz="2000" b="1" dirty="0">
                <a:latin typeface="Calibri" panose="020F0502020204030204" pitchFamily="34" charset="0"/>
                <a:ea typeface="Calibri" panose="020F0502020204030204" pitchFamily="34" charset="0"/>
                <a:cs typeface="Calibri" panose="020F0502020204030204" pitchFamily="34" charset="0"/>
              </a:rPr>
              <a:t>Hypertension Matrix</a:t>
            </a:r>
          </a:p>
        </p:txBody>
      </p:sp>
      <p:sp>
        <p:nvSpPr>
          <p:cNvPr id="13" name="Text 7">
            <a:extLst>
              <a:ext uri="{FF2B5EF4-FFF2-40B4-BE49-F238E27FC236}">
                <a16:creationId xmlns:a16="http://schemas.microsoft.com/office/drawing/2014/main" id="{34296F63-365A-4880-43C7-42D019017A6B}"/>
              </a:ext>
            </a:extLst>
          </p:cNvPr>
          <p:cNvSpPr/>
          <p:nvPr/>
        </p:nvSpPr>
        <p:spPr>
          <a:xfrm>
            <a:off x="5228139" y="3252522"/>
            <a:ext cx="3375088" cy="1319734"/>
          </a:xfrm>
          <a:prstGeom prst="rect">
            <a:avLst/>
          </a:prstGeom>
          <a:noFill/>
          <a:ln/>
        </p:spPr>
        <p:txBody>
          <a:bodyPr wrap="square" lIns="0" tIns="0" rIns="0" bIns="0" rtlCol="0" anchor="t"/>
          <a:lstStyle/>
          <a:p>
            <a:pPr marL="0" indent="0" algn="l">
              <a:lnSpc>
                <a:spcPts val="1700"/>
              </a:lnSpc>
              <a:buNone/>
            </a:pPr>
            <a:r>
              <a:rPr lang="en-US" dirty="0">
                <a:latin typeface="Calibri" panose="020F0502020204030204" pitchFamily="34" charset="0"/>
                <a:ea typeface="Calibri" panose="020F0502020204030204" pitchFamily="34" charset="0"/>
                <a:cs typeface="Calibri" panose="020F0502020204030204" pitchFamily="34" charset="0"/>
              </a:rPr>
              <a:t>Classification aligned with American Heart Association (AHA) blood pressure categories: Normal, Elevated, Stage 1, and Stage 2 Hypertension.</a:t>
            </a:r>
          </a:p>
        </p:txBody>
      </p:sp>
      <p:pic>
        <p:nvPicPr>
          <p:cNvPr id="14" name="Image 2" descr="preencoded.png">
            <a:extLst>
              <a:ext uri="{FF2B5EF4-FFF2-40B4-BE49-F238E27FC236}">
                <a16:creationId xmlns:a16="http://schemas.microsoft.com/office/drawing/2014/main" id="{836A7A7B-A77D-39DB-9508-6CA5354318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0909" y="4924700"/>
            <a:ext cx="396835" cy="396835"/>
          </a:xfrm>
          <a:prstGeom prst="rect">
            <a:avLst/>
          </a:prstGeom>
          <a:effectLst>
            <a:outerShdw blurRad="50800" dist="38100" dir="16200000" rotWithShape="0">
              <a:prstClr val="black">
                <a:alpha val="40000"/>
              </a:prstClr>
            </a:outerShdw>
          </a:effectLst>
        </p:spPr>
      </p:pic>
      <p:sp>
        <p:nvSpPr>
          <p:cNvPr id="15" name="Text 4">
            <a:extLst>
              <a:ext uri="{FF2B5EF4-FFF2-40B4-BE49-F238E27FC236}">
                <a16:creationId xmlns:a16="http://schemas.microsoft.com/office/drawing/2014/main" id="{B12BC6C8-5941-BC4A-DA21-C90B803B9601}"/>
              </a:ext>
            </a:extLst>
          </p:cNvPr>
          <p:cNvSpPr/>
          <p:nvPr/>
        </p:nvSpPr>
        <p:spPr>
          <a:xfrm>
            <a:off x="952452" y="4979118"/>
            <a:ext cx="2185154" cy="248007"/>
          </a:xfrm>
          <a:prstGeom prst="rect">
            <a:avLst/>
          </a:prstGeom>
          <a:noFill/>
          <a:ln/>
        </p:spPr>
        <p:txBody>
          <a:bodyPr wrap="none" lIns="0" tIns="0" rIns="0" bIns="0" rtlCol="0" anchor="t"/>
          <a:lstStyle/>
          <a:p>
            <a:pPr marL="0" indent="0" algn="l">
              <a:lnSpc>
                <a:spcPts val="1950"/>
              </a:lnSpc>
              <a:buNone/>
            </a:pPr>
            <a:r>
              <a:rPr lang="en-US" sz="2000" b="1" dirty="0">
                <a:latin typeface="Calibri" panose="020F0502020204030204" pitchFamily="34" charset="0"/>
                <a:ea typeface="Calibri" panose="020F0502020204030204" pitchFamily="34" charset="0"/>
                <a:cs typeface="Calibri" panose="020F0502020204030204" pitchFamily="34" charset="0"/>
              </a:rPr>
              <a:t>Diabetes Assessment</a:t>
            </a:r>
          </a:p>
        </p:txBody>
      </p:sp>
      <p:sp>
        <p:nvSpPr>
          <p:cNvPr id="16" name="Text 5">
            <a:extLst>
              <a:ext uri="{FF2B5EF4-FFF2-40B4-BE49-F238E27FC236}">
                <a16:creationId xmlns:a16="http://schemas.microsoft.com/office/drawing/2014/main" id="{D377F3EF-91C2-B941-FD74-43BA70002E5F}"/>
              </a:ext>
            </a:extLst>
          </p:cNvPr>
          <p:cNvSpPr/>
          <p:nvPr/>
        </p:nvSpPr>
        <p:spPr>
          <a:xfrm>
            <a:off x="860838" y="5432637"/>
            <a:ext cx="3140891" cy="1160944"/>
          </a:xfrm>
          <a:prstGeom prst="rect">
            <a:avLst/>
          </a:prstGeom>
          <a:noFill/>
          <a:ln/>
        </p:spPr>
        <p:txBody>
          <a:bodyPr wrap="square" lIns="0" tIns="0" rIns="0" bIns="0" rtlCol="0" anchor="t"/>
          <a:lstStyle/>
          <a:p>
            <a:pPr marL="0" indent="0" algn="l">
              <a:lnSpc>
                <a:spcPts val="1700"/>
              </a:lnSpc>
              <a:buNone/>
            </a:pPr>
            <a:r>
              <a:rPr lang="en-US" dirty="0">
                <a:latin typeface="Calibri" panose="020F0502020204030204" pitchFamily="34" charset="0"/>
                <a:ea typeface="Calibri" panose="020F0502020204030204" pitchFamily="34" charset="0"/>
                <a:cs typeface="Calibri" panose="020F0502020204030204" pitchFamily="34" charset="0"/>
              </a:rPr>
              <a:t>Calculations based on American Diabetes Association (ADA) criteria including BMI, age, family history, and glucose-heavy lifestyle habits.</a:t>
            </a:r>
          </a:p>
        </p:txBody>
      </p:sp>
      <p:pic>
        <p:nvPicPr>
          <p:cNvPr id="17" name="Image 4" descr="preencoded.png">
            <a:extLst>
              <a:ext uri="{FF2B5EF4-FFF2-40B4-BE49-F238E27FC236}">
                <a16:creationId xmlns:a16="http://schemas.microsoft.com/office/drawing/2014/main" id="{0A5FAF04-4D2C-3EDC-D016-6B64E59782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8291" y="4830290"/>
            <a:ext cx="396835" cy="396835"/>
          </a:xfrm>
          <a:prstGeom prst="rect">
            <a:avLst/>
          </a:prstGeom>
          <a:effectLst>
            <a:outerShdw blurRad="50800" dist="38100" dir="16200000" rotWithShape="0">
              <a:prstClr val="black">
                <a:alpha val="40000"/>
              </a:prstClr>
            </a:outerShdw>
          </a:effectLst>
        </p:spPr>
      </p:pic>
      <p:sp>
        <p:nvSpPr>
          <p:cNvPr id="18" name="Text 8">
            <a:extLst>
              <a:ext uri="{FF2B5EF4-FFF2-40B4-BE49-F238E27FC236}">
                <a16:creationId xmlns:a16="http://schemas.microsoft.com/office/drawing/2014/main" id="{71484C5D-D3CE-8C0D-3833-FB168B4EE117}"/>
              </a:ext>
            </a:extLst>
          </p:cNvPr>
          <p:cNvSpPr/>
          <p:nvPr/>
        </p:nvSpPr>
        <p:spPr>
          <a:xfrm>
            <a:off x="5213909" y="4924700"/>
            <a:ext cx="1984653" cy="248007"/>
          </a:xfrm>
          <a:prstGeom prst="rect">
            <a:avLst/>
          </a:prstGeom>
          <a:noFill/>
          <a:ln/>
        </p:spPr>
        <p:txBody>
          <a:bodyPr wrap="none" lIns="0" tIns="0" rIns="0" bIns="0" rtlCol="0" anchor="t"/>
          <a:lstStyle/>
          <a:p>
            <a:pPr marL="0" indent="0" algn="l">
              <a:lnSpc>
                <a:spcPts val="1950"/>
              </a:lnSpc>
              <a:buNone/>
            </a:pPr>
            <a:r>
              <a:rPr lang="en-US" sz="2000" b="1" dirty="0">
                <a:latin typeface="Calibri" panose="020F0502020204030204" pitchFamily="34" charset="0"/>
                <a:ea typeface="Calibri" panose="020F0502020204030204" pitchFamily="34" charset="0"/>
                <a:cs typeface="Calibri" panose="020F0502020204030204" pitchFamily="34" charset="0"/>
              </a:rPr>
              <a:t>Holistic Wellness</a:t>
            </a:r>
          </a:p>
        </p:txBody>
      </p:sp>
      <p:sp>
        <p:nvSpPr>
          <p:cNvPr id="19" name="Text 9">
            <a:extLst>
              <a:ext uri="{FF2B5EF4-FFF2-40B4-BE49-F238E27FC236}">
                <a16:creationId xmlns:a16="http://schemas.microsoft.com/office/drawing/2014/main" id="{A68B5E9F-8EC1-ABC8-D624-976C4060B0EF}"/>
              </a:ext>
            </a:extLst>
          </p:cNvPr>
          <p:cNvSpPr/>
          <p:nvPr/>
        </p:nvSpPr>
        <p:spPr>
          <a:xfrm>
            <a:off x="5228139" y="5396841"/>
            <a:ext cx="3630726" cy="431959"/>
          </a:xfrm>
          <a:prstGeom prst="rect">
            <a:avLst/>
          </a:prstGeom>
          <a:noFill/>
          <a:ln/>
        </p:spPr>
        <p:txBody>
          <a:bodyPr wrap="square" lIns="0" tIns="0" rIns="0" bIns="0" rtlCol="0" anchor="t"/>
          <a:lstStyle/>
          <a:p>
            <a:pPr marL="0" indent="0" algn="l">
              <a:lnSpc>
                <a:spcPts val="1700"/>
              </a:lnSpc>
              <a:buNone/>
            </a:pPr>
            <a:r>
              <a:rPr lang="en-US" dirty="0">
                <a:latin typeface="Calibri" panose="020F0502020204030204" pitchFamily="34" charset="0"/>
                <a:ea typeface="Calibri" panose="020F0502020204030204" pitchFamily="34" charset="0"/>
                <a:cs typeface="Calibri" panose="020F0502020204030204" pitchFamily="34" charset="0"/>
              </a:rPr>
              <a:t>Weighted algorithm integrating mental health indicators (sleep quality, stress levels) with physical vitals for comprehensive Wellness Score.</a:t>
            </a:r>
          </a:p>
        </p:txBody>
      </p:sp>
    </p:spTree>
    <p:extLst>
      <p:ext uri="{BB962C8B-B14F-4D97-AF65-F5344CB8AC3E}">
        <p14:creationId xmlns:p14="http://schemas.microsoft.com/office/powerpoint/2010/main" val="271482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97CF0-C157-EE8E-5B0E-FB54F0EFF9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B85D4F-A8FC-8404-CE1D-03BF07C07CF4}"/>
              </a:ext>
            </a:extLst>
          </p:cNvPr>
          <p:cNvSpPr txBox="1"/>
          <p:nvPr/>
        </p:nvSpPr>
        <p:spPr>
          <a:xfrm>
            <a:off x="203959" y="1457359"/>
            <a:ext cx="5992761" cy="461665"/>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Calibri" panose="020F0502020204030204" pitchFamily="34" charset="0"/>
                <a:ea typeface="Calibri" panose="020F0502020204030204" pitchFamily="34" charset="0"/>
                <a:cs typeface="Calibri" panose="020F0502020204030204" pitchFamily="34" charset="0"/>
              </a:rPr>
              <a:t>Focus: AI-Driven Preventive Maintenance</a:t>
            </a:r>
          </a:p>
        </p:txBody>
      </p:sp>
      <p:graphicFrame>
        <p:nvGraphicFramePr>
          <p:cNvPr id="2" name="Diagram 1">
            <a:extLst>
              <a:ext uri="{FF2B5EF4-FFF2-40B4-BE49-F238E27FC236}">
                <a16:creationId xmlns:a16="http://schemas.microsoft.com/office/drawing/2014/main" id="{E2A1F153-5806-7B46-2EB8-64A8BE507B20}"/>
              </a:ext>
            </a:extLst>
          </p:cNvPr>
          <p:cNvGraphicFramePr/>
          <p:nvPr>
            <p:extLst>
              <p:ext uri="{D42A27DB-BD31-4B8C-83A1-F6EECF244321}">
                <p14:modId xmlns:p14="http://schemas.microsoft.com/office/powerpoint/2010/main" val="933083136"/>
              </p:ext>
            </p:extLst>
          </p:nvPr>
        </p:nvGraphicFramePr>
        <p:xfrm>
          <a:off x="604053" y="2405810"/>
          <a:ext cx="793589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a:extLst>
              <a:ext uri="{FF2B5EF4-FFF2-40B4-BE49-F238E27FC236}">
                <a16:creationId xmlns:a16="http://schemas.microsoft.com/office/drawing/2014/main" id="{330EAF8D-6374-2A15-4BEB-63AE94F3E549}"/>
              </a:ext>
            </a:extLst>
          </p:cNvPr>
          <p:cNvSpPr txBox="1">
            <a:spLocks/>
          </p:cNvSpPr>
          <p:nvPr/>
        </p:nvSpPr>
        <p:spPr>
          <a:xfrm>
            <a:off x="203959" y="140837"/>
            <a:ext cx="8736081" cy="1196350"/>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SMART  NUTRITION  PLANNER</a:t>
            </a:r>
            <a:endParaRPr lang="en-US" sz="3600" dirty="0"/>
          </a:p>
        </p:txBody>
      </p:sp>
    </p:spTree>
    <p:extLst>
      <p:ext uri="{BB962C8B-B14F-4D97-AF65-F5344CB8AC3E}">
        <p14:creationId xmlns:p14="http://schemas.microsoft.com/office/powerpoint/2010/main" val="68186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59" y="940724"/>
            <a:ext cx="8569797" cy="1961964"/>
          </a:xfrm>
        </p:spPr>
        <p:txBody>
          <a:bodyPr>
            <a:no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b="1" u="sng" dirty="0">
                <a:latin typeface="Calibri" panose="020F0502020204030204" pitchFamily="34" charset="0"/>
                <a:ea typeface="Calibri" panose="020F0502020204030204" pitchFamily="34" charset="0"/>
                <a:cs typeface="Calibri" panose="020F0502020204030204" pitchFamily="34" charset="0"/>
              </a:rPr>
              <a:t>CONCLUSION:</a:t>
            </a:r>
          </a:p>
          <a:p>
            <a:pPr marL="0" indent="0">
              <a:lnSpc>
                <a:spcPct val="100000"/>
              </a:lnSpc>
              <a:buNone/>
            </a:pPr>
            <a:r>
              <a:rPr lang="en-US" sz="1700" b="1" dirty="0">
                <a:latin typeface="Calibri" panose="020F0502020204030204" pitchFamily="34" charset="0"/>
                <a:ea typeface="Calibri" panose="020F0502020204030204" pitchFamily="34" charset="0"/>
                <a:cs typeface="Calibri" panose="020F0502020204030204" pitchFamily="34" charset="0"/>
              </a:rPr>
              <a:t> -</a:t>
            </a:r>
            <a:r>
              <a:rPr lang="en-US" sz="1700" dirty="0">
                <a:solidFill>
                  <a:schemeClr val="tx1"/>
                </a:solidFill>
                <a:latin typeface="Calibri" panose="020F0502020204030204" pitchFamily="34" charset="0"/>
                <a:ea typeface="Calibri" panose="020F0502020204030204" pitchFamily="34" charset="0"/>
                <a:cs typeface="Calibri" panose="020F0502020204030204" pitchFamily="34" charset="0"/>
              </a:rPr>
              <a:t>DetectraCare represents a paradigm shift from reactive treatment to proactive prevention-a ready-to-deploy solution addressing the global preventive healthcare crisis.</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7E334043-9AF0-526C-B0C5-F5B2942327BC}"/>
              </a:ext>
            </a:extLst>
          </p:cNvPr>
          <p:cNvSpPr txBox="1">
            <a:spLocks/>
          </p:cNvSpPr>
          <p:nvPr/>
        </p:nvSpPr>
        <p:spPr>
          <a:xfrm>
            <a:off x="203959" y="140837"/>
            <a:ext cx="8736081" cy="1196350"/>
          </a:xfrm>
          <a:prstGeom prst="rect">
            <a:avLst/>
          </a:prstGeom>
          <a:solidFill>
            <a:schemeClr val="accent3">
              <a:lumMod val="75000"/>
            </a:schemeClr>
          </a:solidFill>
          <a:effectLst>
            <a:outerShdw blurRad="50800" dist="38100" dir="16200000" rotWithShape="0">
              <a:prstClr val="black">
                <a:alpha val="40000"/>
              </a:prstClr>
            </a:outerShdw>
            <a:reflection blurRad="6350" stA="50000" endA="300" endPos="38500" dist="50800" dir="5400000" sy="-100000" algn="bl" rotWithShape="0"/>
          </a:effectLst>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600" b="1" u="sng" dirty="0">
                <a:latin typeface="Sans Serif Collection" panose="020B0502040504020204" pitchFamily="34" charset="0"/>
                <a:ea typeface="Sans Serif Collection" panose="020B0502040504020204" pitchFamily="34" charset="0"/>
                <a:cs typeface="Sans Serif Collection" panose="020B0502040504020204" pitchFamily="34" charset="0"/>
              </a:rPr>
              <a:t>CONCLUSION &amp; FUTURE SCOPE</a:t>
            </a:r>
            <a:endParaRPr lang="en-US" sz="3600" dirty="0"/>
          </a:p>
        </p:txBody>
      </p:sp>
      <p:graphicFrame>
        <p:nvGraphicFramePr>
          <p:cNvPr id="7" name="Diagram 6">
            <a:extLst>
              <a:ext uri="{FF2B5EF4-FFF2-40B4-BE49-F238E27FC236}">
                <a16:creationId xmlns:a16="http://schemas.microsoft.com/office/drawing/2014/main" id="{6837AF87-61C0-0278-3061-71B90109DD6A}"/>
              </a:ext>
            </a:extLst>
          </p:cNvPr>
          <p:cNvGraphicFramePr/>
          <p:nvPr>
            <p:extLst>
              <p:ext uri="{D42A27DB-BD31-4B8C-83A1-F6EECF244321}">
                <p14:modId xmlns:p14="http://schemas.microsoft.com/office/powerpoint/2010/main" val="3940944180"/>
              </p:ext>
            </p:extLst>
          </p:nvPr>
        </p:nvGraphicFramePr>
        <p:xfrm>
          <a:off x="203959" y="3529129"/>
          <a:ext cx="8736081" cy="3188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Graphic 10" descr="Lightbulb and gear with solid fill">
            <a:extLst>
              <a:ext uri="{FF2B5EF4-FFF2-40B4-BE49-F238E27FC236}">
                <a16:creationId xmlns:a16="http://schemas.microsoft.com/office/drawing/2014/main" id="{BFD5C8A7-99DC-A94F-0EEF-385EFEB5F3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6581" y="1597164"/>
            <a:ext cx="557329" cy="557329"/>
          </a:xfrm>
          <a:prstGeom prst="rect">
            <a:avLst/>
          </a:prstGeom>
        </p:spPr>
      </p:pic>
      <p:sp>
        <p:nvSpPr>
          <p:cNvPr id="13" name="TextBox 12">
            <a:extLst>
              <a:ext uri="{FF2B5EF4-FFF2-40B4-BE49-F238E27FC236}">
                <a16:creationId xmlns:a16="http://schemas.microsoft.com/office/drawing/2014/main" id="{DD30281C-C8E7-859A-679D-1B3723208DC8}"/>
              </a:ext>
            </a:extLst>
          </p:cNvPr>
          <p:cNvSpPr txBox="1"/>
          <p:nvPr/>
        </p:nvSpPr>
        <p:spPr>
          <a:xfrm>
            <a:off x="206581" y="3048000"/>
            <a:ext cx="3776139" cy="400110"/>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           </a:t>
            </a:r>
            <a:r>
              <a:rPr lang="en-US" sz="2000" b="1" u="sng" dirty="0">
                <a:latin typeface="Calibri" panose="020F0502020204030204" pitchFamily="34" charset="0"/>
                <a:ea typeface="Calibri" panose="020F0502020204030204" pitchFamily="34" charset="0"/>
                <a:cs typeface="Calibri" panose="020F0502020204030204" pitchFamily="34" charset="0"/>
              </a:rPr>
              <a:t>FUTURE ROADMAP</a:t>
            </a:r>
            <a:r>
              <a:rPr lang="en-US" b="1" u="sng" dirty="0">
                <a:latin typeface="Calibri" panose="020F0502020204030204" pitchFamily="34" charset="0"/>
                <a:ea typeface="Calibri" panose="020F0502020204030204" pitchFamily="34" charset="0"/>
                <a:cs typeface="Calibri" panose="020F0502020204030204" pitchFamily="34" charset="0"/>
              </a:rPr>
              <a:t>:</a:t>
            </a:r>
            <a:endParaRPr lang="en-IN" u="sng" dirty="0"/>
          </a:p>
        </p:txBody>
      </p:sp>
      <p:pic>
        <p:nvPicPr>
          <p:cNvPr id="15" name="Graphic 14" descr="Atom with solid fill">
            <a:extLst>
              <a:ext uri="{FF2B5EF4-FFF2-40B4-BE49-F238E27FC236}">
                <a16:creationId xmlns:a16="http://schemas.microsoft.com/office/drawing/2014/main" id="{665B39F7-DE6E-A6F5-149B-62C7BD2F398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6581" y="2937244"/>
            <a:ext cx="557329" cy="557329"/>
          </a:xfrm>
          <a:prstGeom prst="rect">
            <a:avLst/>
          </a:prstGeom>
        </p:spPr>
      </p:pic>
    </p:spTree>
  </p:cSld>
  <p:clrMapOvr>
    <a:masterClrMapping/>
  </p:clrMapOvr>
</p:sld>
</file>

<file path=ppt/theme/theme1.xml><?xml version="1.0" encoding="utf-8"?>
<a:theme xmlns:a="http://schemas.openxmlformats.org/drawingml/2006/main" name="Metropolitan">
  <a:themeElements>
    <a:clrScheme name="Custom 1">
      <a:dk1>
        <a:sysClr val="windowText" lastClr="000000"/>
      </a:dk1>
      <a:lt1>
        <a:sysClr val="window" lastClr="FFFFFF"/>
      </a:lt1>
      <a:dk2>
        <a:srgbClr val="455F51"/>
      </a:dk2>
      <a:lt2>
        <a:srgbClr val="E2DFCC"/>
      </a:lt2>
      <a:accent1>
        <a:srgbClr val="99CB38"/>
      </a:accent1>
      <a:accent2>
        <a:srgbClr val="63A537"/>
      </a:accent2>
      <a:accent3>
        <a:srgbClr val="1B5337"/>
      </a:accent3>
      <a:accent4>
        <a:srgbClr val="44C1A3"/>
      </a:accent4>
      <a:accent5>
        <a:srgbClr val="4EB3CF"/>
      </a:accent5>
      <a:accent6>
        <a:srgbClr val="51C3F9"/>
      </a:accent6>
      <a:hlink>
        <a:srgbClr val="EE7B08"/>
      </a:hlink>
      <a:folHlink>
        <a:srgbClr val="977B2D"/>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698</TotalTime>
  <Words>893</Words>
  <Application>Microsoft Office PowerPoint</Application>
  <PresentationFormat>On-screen Show (4:3)</PresentationFormat>
  <Paragraphs>144</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Calibri </vt:lpstr>
      <vt:lpstr>Calibri Light</vt:lpstr>
      <vt:lpstr>Noto Sans TC</vt:lpstr>
      <vt:lpstr>Sans Serif Collection</vt:lpstr>
      <vt:lpstr>Sora Medium</vt:lpstr>
      <vt:lpstr>Wingdings</vt:lpstr>
      <vt:lpstr>Metropolitan</vt:lpstr>
      <vt:lpstr>                        DETECTRACARE           Predict Early-Prevent Smarter-Live Longer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dc:creator>
  <cp:keywords/>
  <dc:description>generated using python-pptx</dc:description>
  <cp:lastModifiedBy>Harsh Vardhan</cp:lastModifiedBy>
  <cp:revision>5</cp:revision>
  <dcterms:created xsi:type="dcterms:W3CDTF">2013-01-27T09:14:16Z</dcterms:created>
  <dcterms:modified xsi:type="dcterms:W3CDTF">2026-01-22T08:25:51Z</dcterms:modified>
  <cp:category/>
</cp:coreProperties>
</file>